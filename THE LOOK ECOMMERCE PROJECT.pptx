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99" r:id="rId4"/>
    <p:sldMasterId id="2147483800" r:id="rId5"/>
    <p:sldMasterId id="2147483801" r:id="rId6"/>
    <p:sldMasterId id="214748380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y="5143500" cx="9144000"/>
  <p:notesSz cx="6858000" cy="9144000"/>
  <p:embeddedFontLst>
    <p:embeddedFont>
      <p:font typeface="Martel ExtraBold"/>
      <p:bold r:id="rId29"/>
    </p:embeddedFont>
    <p:embeddedFont>
      <p:font typeface="Martel DemiBold"/>
      <p:regular r:id="rId30"/>
      <p:bold r:id="rId31"/>
    </p:embeddedFont>
    <p:embeddedFont>
      <p:font typeface="Nunito Medium"/>
      <p:regular r:id="rId32"/>
      <p:bold r:id="rId33"/>
      <p:italic r:id="rId34"/>
      <p:boldItalic r:id="rId35"/>
    </p:embeddedFont>
    <p:embeddedFont>
      <p:font typeface="Quicksand"/>
      <p:regular r:id="rId36"/>
      <p:bold r:id="rId37"/>
    </p:embeddedFont>
    <p:embeddedFont>
      <p:font typeface="Be Vietnam Pro ExtraBold"/>
      <p:bold r:id="rId38"/>
      <p:boldItalic r:id="rId39"/>
    </p:embeddedFont>
    <p:embeddedFont>
      <p:font typeface="Be Vietnam Pro SemiBold"/>
      <p:regular r:id="rId40"/>
      <p:bold r:id="rId41"/>
      <p:italic r:id="rId42"/>
      <p:boldItalic r:id="rId43"/>
    </p:embeddedFont>
    <p:embeddedFont>
      <p:font typeface="Quicksand SemiBold"/>
      <p:regular r:id="rId44"/>
      <p:bold r:id="rId45"/>
    </p:embeddedFont>
    <p:embeddedFont>
      <p:font typeface="Be Vietnam Pro"/>
      <p:regular r:id="rId46"/>
      <p:bold r:id="rId47"/>
      <p:italic r:id="rId48"/>
      <p:boldItalic r:id="rId49"/>
    </p:embeddedFont>
    <p:embeddedFont>
      <p:font typeface="Martel"/>
      <p:regular r:id="rId50"/>
      <p:bold r:id="rId51"/>
    </p:embeddedFont>
    <p:embeddedFont>
      <p:font typeface="Roboto Mono"/>
      <p:regular r:id="rId52"/>
      <p:bold r:id="rId53"/>
      <p:italic r:id="rId54"/>
      <p:boldItalic r:id="rId55"/>
    </p:embeddedFont>
    <p:embeddedFont>
      <p:font typeface="Be Vietnam Pro Thin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816908-81EE-4345-91DF-9D42B0567AD8}">
  <a:tblStyle styleId="{D2816908-81EE-4345-91DF-9D42B0567A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eVietnamProSemiBold-regular.fntdata"/><Relationship Id="rId42" Type="http://schemas.openxmlformats.org/officeDocument/2006/relationships/font" Target="fonts/BeVietnamProSemiBold-italic.fntdata"/><Relationship Id="rId41" Type="http://schemas.openxmlformats.org/officeDocument/2006/relationships/font" Target="fonts/BeVietnamProSemiBold-bold.fntdata"/><Relationship Id="rId44" Type="http://schemas.openxmlformats.org/officeDocument/2006/relationships/font" Target="fonts/QuicksandSemiBold-regular.fntdata"/><Relationship Id="rId43" Type="http://schemas.openxmlformats.org/officeDocument/2006/relationships/font" Target="fonts/BeVietnamProSemiBold-boldItalic.fntdata"/><Relationship Id="rId46" Type="http://schemas.openxmlformats.org/officeDocument/2006/relationships/font" Target="fonts/BeVietnamPro-regular.fntdata"/><Relationship Id="rId45" Type="http://schemas.openxmlformats.org/officeDocument/2006/relationships/font" Target="fonts/QuicksandSemiBold-bold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font" Target="fonts/BeVietnamPro-italic.fntdata"/><Relationship Id="rId47" Type="http://schemas.openxmlformats.org/officeDocument/2006/relationships/font" Target="fonts/BeVietnamPro-bold.fntdata"/><Relationship Id="rId49" Type="http://schemas.openxmlformats.org/officeDocument/2006/relationships/font" Target="fonts/BeVietnamPr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MartelDemiBold-bold.fntdata"/><Relationship Id="rId30" Type="http://schemas.openxmlformats.org/officeDocument/2006/relationships/font" Target="fonts/MartelDemiBold-regular.fntdata"/><Relationship Id="rId33" Type="http://schemas.openxmlformats.org/officeDocument/2006/relationships/font" Target="fonts/NunitoMedium-bold.fntdata"/><Relationship Id="rId32" Type="http://schemas.openxmlformats.org/officeDocument/2006/relationships/font" Target="fonts/NunitoMedium-regular.fntdata"/><Relationship Id="rId35" Type="http://schemas.openxmlformats.org/officeDocument/2006/relationships/font" Target="fonts/NunitoMedium-boldItalic.fntdata"/><Relationship Id="rId34" Type="http://schemas.openxmlformats.org/officeDocument/2006/relationships/font" Target="fonts/NunitoMedium-italic.fntdata"/><Relationship Id="rId37" Type="http://schemas.openxmlformats.org/officeDocument/2006/relationships/font" Target="fonts/Quicksand-bold.fntdata"/><Relationship Id="rId36" Type="http://schemas.openxmlformats.org/officeDocument/2006/relationships/font" Target="fonts/Quicksand-regular.fntdata"/><Relationship Id="rId39" Type="http://schemas.openxmlformats.org/officeDocument/2006/relationships/font" Target="fonts/BeVietnamProExtraBold-boldItalic.fntdata"/><Relationship Id="rId38" Type="http://schemas.openxmlformats.org/officeDocument/2006/relationships/font" Target="fonts/BeVietnamProExtraBold-bold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font" Target="fonts/MartelExtraBold-bold.fntdata"/><Relationship Id="rId51" Type="http://schemas.openxmlformats.org/officeDocument/2006/relationships/font" Target="fonts/Martel-bold.fntdata"/><Relationship Id="rId50" Type="http://schemas.openxmlformats.org/officeDocument/2006/relationships/font" Target="fonts/Martel-regular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3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5.xml"/><Relationship Id="rId57" Type="http://schemas.openxmlformats.org/officeDocument/2006/relationships/font" Target="fonts/BeVietnamProThin-bold.fntdata"/><Relationship Id="rId12" Type="http://schemas.openxmlformats.org/officeDocument/2006/relationships/slide" Target="slides/slide4.xml"/><Relationship Id="rId56" Type="http://schemas.openxmlformats.org/officeDocument/2006/relationships/font" Target="fonts/BeVietnamProThin-regular.fntdata"/><Relationship Id="rId15" Type="http://schemas.openxmlformats.org/officeDocument/2006/relationships/slide" Target="slides/slide7.xml"/><Relationship Id="rId59" Type="http://schemas.openxmlformats.org/officeDocument/2006/relationships/font" Target="fonts/BeVietnamProThin-boldItalic.fntdata"/><Relationship Id="rId14" Type="http://schemas.openxmlformats.org/officeDocument/2006/relationships/slide" Target="slides/slide6.xml"/><Relationship Id="rId58" Type="http://schemas.openxmlformats.org/officeDocument/2006/relationships/font" Target="fonts/BeVietnamProThin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e2d8d296b9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e2d8d296b9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11beca7239b_0_6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11beca7239b_0_6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11beca7239b_0_6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11beca7239b_0_6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11beca7239b_0_6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11beca7239b_0_6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11beca7239b_0_6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11beca7239b_0_6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11beca7239b_0_6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11beca7239b_0_6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e220e2bccb_5_4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e220e2bccb_5_4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e2d8d296b9_0_1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3e2d8d296b9_0_1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e2d8d296b9_0_2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3e2d8d296b9_0_2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11beca7239b_0_6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11beca7239b_0_6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e2d8d296b9_0_4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3e2d8d296b9_0_4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11beca7239b_0_6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11beca7239b_0_6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e220e2bccb_5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3e220e2bccb_5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3e2d8d296b9_0_9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3e2d8d296b9_0_9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11beca7239b_0_7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11beca7239b_0_7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1beca7239b_0_7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1beca7239b_0_7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eca7239b_0_7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eca7239b_0_7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beca7239b_0_7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11beca7239b_0_7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e220e2bccb_5_34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3e220e2bccb_5_34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/>
        </p:nvSpPr>
        <p:spPr>
          <a:xfrm>
            <a:off x="1554450" y="1647095"/>
            <a:ext cx="6035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687F96"/>
              </a:solidFill>
              <a:latin typeface="Martel ExtraBold"/>
              <a:ea typeface="Martel ExtraBold"/>
              <a:cs typeface="Martel ExtraBold"/>
              <a:sym typeface="Martel ExtraBold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2606100" y="3252064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554450" y="1658166"/>
            <a:ext cx="6035100" cy="14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b="0" sz="5000">
                <a:solidFill>
                  <a:schemeClr val="dk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606100" y="3268187"/>
            <a:ext cx="3931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>
                <a:solidFill>
                  <a:schemeClr val="accent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10589192">
            <a:off x="6131325" y="-225052"/>
            <a:ext cx="2666242" cy="141859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718355" y="7729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rot="2278409">
            <a:off x="-25710" y="3742409"/>
            <a:ext cx="2967560" cy="157890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93205" y="38046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266623" y="3325125"/>
            <a:ext cx="3940500" cy="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i="0" sz="4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type="title"/>
          </p:nvPr>
        </p:nvSpPr>
        <p:spPr>
          <a:xfrm>
            <a:off x="801958" y="2303812"/>
            <a:ext cx="11631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2" type="subTitle"/>
          </p:nvPr>
        </p:nvSpPr>
        <p:spPr>
          <a:xfrm>
            <a:off x="1106350" y="4142500"/>
            <a:ext cx="4277700" cy="3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flipH="1" rot="-10022767">
            <a:off x="-227911" y="215271"/>
            <a:ext cx="2516662" cy="1339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 rot="-849430">
            <a:off x="6877665" y="830733"/>
            <a:ext cx="2549896" cy="135668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 rot="6584380">
            <a:off x="680493" y="1675229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1381200" y="566050"/>
            <a:ext cx="2114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13225" y="1258950"/>
            <a:ext cx="3602100" cy="101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"/>
          <p:cNvSpPr/>
          <p:nvPr/>
        </p:nvSpPr>
        <p:spPr>
          <a:xfrm rot="-849422">
            <a:off x="4940697" y="-899214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 rot="1716706">
            <a:off x="165846" y="3370797"/>
            <a:ext cx="275623" cy="24760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 rot="-4034549">
            <a:off x="-688887" y="4504813"/>
            <a:ext cx="2804229" cy="14920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12" y="1793075"/>
            <a:ext cx="3767700" cy="28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716288" y="1793825"/>
            <a:ext cx="3767700" cy="28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17500" lvl="1" marL="914400" rtl="0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3" type="subTitle"/>
          </p:nvPr>
        </p:nvSpPr>
        <p:spPr>
          <a:xfrm>
            <a:off x="720613" y="1138500"/>
            <a:ext cx="7708800" cy="4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/>
          <p:nvPr/>
        </p:nvSpPr>
        <p:spPr>
          <a:xfrm rot="-8728138">
            <a:off x="8657537" y="4683755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rot="1062923">
            <a:off x="7203236" y="3964673"/>
            <a:ext cx="2455061" cy="130611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A45C37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 rot="-8728138">
            <a:off x="8584637" y="2215330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 rot="4408259">
            <a:off x="8178516" y="1478771"/>
            <a:ext cx="2455056" cy="130614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713225" y="539500"/>
            <a:ext cx="7711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959027" y="1930476"/>
            <a:ext cx="4457100" cy="19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164900" y="1373150"/>
            <a:ext cx="4814100" cy="23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/>
          <p:nvPr/>
        </p:nvSpPr>
        <p:spPr>
          <a:xfrm>
            <a:off x="7178238" y="682325"/>
            <a:ext cx="368969" cy="331488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 flipH="1" rot="-2105480">
            <a:off x="6374443" y="-39069"/>
            <a:ext cx="2804528" cy="149216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 rot="1509283">
            <a:off x="1318960" y="3939942"/>
            <a:ext cx="368963" cy="331483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/>
          <p:nvPr/>
        </p:nvSpPr>
        <p:spPr>
          <a:xfrm flipH="1" rot="-1827964">
            <a:off x="-99067" y="3618406"/>
            <a:ext cx="2804538" cy="149217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713225" y="1956025"/>
            <a:ext cx="2403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713225" y="2694425"/>
            <a:ext cx="3645600" cy="19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/>
          <p:nvPr/>
        </p:nvSpPr>
        <p:spPr>
          <a:xfrm rot="3310273">
            <a:off x="-30069" y="-54912"/>
            <a:ext cx="2885663" cy="153531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7339063" y="3376429"/>
            <a:ext cx="2851039" cy="1099965"/>
          </a:xfrm>
          <a:custGeom>
            <a:rect b="b" l="l" r="r" t="t"/>
            <a:pathLst>
              <a:path extrusionOk="0" h="26682" w="69158">
                <a:moveTo>
                  <a:pt x="51634" y="4950"/>
                </a:moveTo>
                <a:cubicBezTo>
                  <a:pt x="52483" y="6364"/>
                  <a:pt x="52944" y="8070"/>
                  <a:pt x="52371" y="9578"/>
                </a:cubicBezTo>
                <a:cubicBezTo>
                  <a:pt x="52037" y="10454"/>
                  <a:pt x="51141" y="11202"/>
                  <a:pt x="50217" y="11202"/>
                </a:cubicBezTo>
                <a:cubicBezTo>
                  <a:pt x="49899" y="11202"/>
                  <a:pt x="49578" y="11114"/>
                  <a:pt x="49276" y="10912"/>
                </a:cubicBezTo>
                <a:cubicBezTo>
                  <a:pt x="48120" y="10143"/>
                  <a:pt x="48130" y="8563"/>
                  <a:pt x="48733" y="7457"/>
                </a:cubicBezTo>
                <a:cubicBezTo>
                  <a:pt x="49373" y="6288"/>
                  <a:pt x="50431" y="5475"/>
                  <a:pt x="51634" y="4950"/>
                </a:cubicBezTo>
                <a:close/>
                <a:moveTo>
                  <a:pt x="6732" y="16672"/>
                </a:moveTo>
                <a:cubicBezTo>
                  <a:pt x="7001" y="16672"/>
                  <a:pt x="7270" y="16715"/>
                  <a:pt x="7526" y="16811"/>
                </a:cubicBezTo>
                <a:cubicBezTo>
                  <a:pt x="8712" y="17253"/>
                  <a:pt x="9107" y="18685"/>
                  <a:pt x="8884" y="19831"/>
                </a:cubicBezTo>
                <a:cubicBezTo>
                  <a:pt x="8632" y="21115"/>
                  <a:pt x="7710" y="22165"/>
                  <a:pt x="6775" y="23027"/>
                </a:cubicBezTo>
                <a:cubicBezTo>
                  <a:pt x="6699" y="23096"/>
                  <a:pt x="6618" y="23159"/>
                  <a:pt x="6542" y="23226"/>
                </a:cubicBezTo>
                <a:cubicBezTo>
                  <a:pt x="5295" y="22687"/>
                  <a:pt x="4287" y="21721"/>
                  <a:pt x="3951" y="20254"/>
                </a:cubicBezTo>
                <a:cubicBezTo>
                  <a:pt x="3705" y="19190"/>
                  <a:pt x="3992" y="18086"/>
                  <a:pt x="4844" y="17379"/>
                </a:cubicBezTo>
                <a:cubicBezTo>
                  <a:pt x="5361" y="16952"/>
                  <a:pt x="6050" y="16672"/>
                  <a:pt x="6732" y="16672"/>
                </a:cubicBezTo>
                <a:close/>
                <a:moveTo>
                  <a:pt x="42999" y="0"/>
                </a:moveTo>
                <a:cubicBezTo>
                  <a:pt x="41763" y="0"/>
                  <a:pt x="40527" y="196"/>
                  <a:pt x="39329" y="553"/>
                </a:cubicBezTo>
                <a:cubicBezTo>
                  <a:pt x="34413" y="2020"/>
                  <a:pt x="30681" y="5799"/>
                  <a:pt x="27520" y="9660"/>
                </a:cubicBezTo>
                <a:cubicBezTo>
                  <a:pt x="24214" y="13699"/>
                  <a:pt x="21175" y="18121"/>
                  <a:pt x="16772" y="21069"/>
                </a:cubicBezTo>
                <a:cubicBezTo>
                  <a:pt x="14691" y="22462"/>
                  <a:pt x="12251" y="23569"/>
                  <a:pt x="9723" y="23738"/>
                </a:cubicBezTo>
                <a:cubicBezTo>
                  <a:pt x="9560" y="23749"/>
                  <a:pt x="9397" y="23754"/>
                  <a:pt x="9232" y="23754"/>
                </a:cubicBezTo>
                <a:cubicBezTo>
                  <a:pt x="8462" y="23754"/>
                  <a:pt x="7679" y="23634"/>
                  <a:pt x="6954" y="23382"/>
                </a:cubicBezTo>
                <a:cubicBezTo>
                  <a:pt x="7689" y="22725"/>
                  <a:pt x="8327" y="21973"/>
                  <a:pt x="8771" y="21136"/>
                </a:cubicBezTo>
                <a:cubicBezTo>
                  <a:pt x="9286" y="20164"/>
                  <a:pt x="9482" y="19000"/>
                  <a:pt x="9072" y="17953"/>
                </a:cubicBezTo>
                <a:cubicBezTo>
                  <a:pt x="8739" y="17099"/>
                  <a:pt x="8018" y="16473"/>
                  <a:pt x="7101" y="16350"/>
                </a:cubicBezTo>
                <a:cubicBezTo>
                  <a:pt x="6969" y="16333"/>
                  <a:pt x="6837" y="16324"/>
                  <a:pt x="6707" y="16324"/>
                </a:cubicBezTo>
                <a:cubicBezTo>
                  <a:pt x="5102" y="16324"/>
                  <a:pt x="3655" y="17616"/>
                  <a:pt x="3523" y="19232"/>
                </a:cubicBezTo>
                <a:cubicBezTo>
                  <a:pt x="3372" y="21094"/>
                  <a:pt x="4633" y="22694"/>
                  <a:pt x="6233" y="23492"/>
                </a:cubicBezTo>
                <a:cubicBezTo>
                  <a:pt x="4448" y="24955"/>
                  <a:pt x="2277" y="25915"/>
                  <a:pt x="0" y="26329"/>
                </a:cubicBezTo>
                <a:lnTo>
                  <a:pt x="0" y="26681"/>
                </a:lnTo>
                <a:cubicBezTo>
                  <a:pt x="1254" y="26461"/>
                  <a:pt x="2480" y="26076"/>
                  <a:pt x="3635" y="25533"/>
                </a:cubicBezTo>
                <a:cubicBezTo>
                  <a:pt x="4651" y="25061"/>
                  <a:pt x="5701" y="24431"/>
                  <a:pt x="6625" y="23668"/>
                </a:cubicBezTo>
                <a:cubicBezTo>
                  <a:pt x="6808" y="23741"/>
                  <a:pt x="6993" y="23808"/>
                  <a:pt x="7181" y="23862"/>
                </a:cubicBezTo>
                <a:cubicBezTo>
                  <a:pt x="7829" y="24041"/>
                  <a:pt x="8495" y="24120"/>
                  <a:pt x="9164" y="24120"/>
                </a:cubicBezTo>
                <a:cubicBezTo>
                  <a:pt x="10950" y="24120"/>
                  <a:pt x="12765" y="23557"/>
                  <a:pt x="14351" y="22830"/>
                </a:cubicBezTo>
                <a:cubicBezTo>
                  <a:pt x="16613" y="21801"/>
                  <a:pt x="18620" y="20272"/>
                  <a:pt x="20405" y="18563"/>
                </a:cubicBezTo>
                <a:cubicBezTo>
                  <a:pt x="24386" y="14751"/>
                  <a:pt x="27256" y="9961"/>
                  <a:pt x="31182" y="6099"/>
                </a:cubicBezTo>
                <a:cubicBezTo>
                  <a:pt x="34276" y="3054"/>
                  <a:pt x="38464" y="333"/>
                  <a:pt x="42930" y="333"/>
                </a:cubicBezTo>
                <a:cubicBezTo>
                  <a:pt x="43451" y="333"/>
                  <a:pt x="43976" y="370"/>
                  <a:pt x="44503" y="448"/>
                </a:cubicBezTo>
                <a:cubicBezTo>
                  <a:pt x="46639" y="760"/>
                  <a:pt x="48718" y="1706"/>
                  <a:pt x="50270" y="3217"/>
                </a:cubicBezTo>
                <a:cubicBezTo>
                  <a:pt x="50690" y="3624"/>
                  <a:pt x="51092" y="4113"/>
                  <a:pt x="51445" y="4649"/>
                </a:cubicBezTo>
                <a:cubicBezTo>
                  <a:pt x="51026" y="4839"/>
                  <a:pt x="50620" y="5066"/>
                  <a:pt x="50242" y="5332"/>
                </a:cubicBezTo>
                <a:cubicBezTo>
                  <a:pt x="48624" y="6473"/>
                  <a:pt x="47087" y="8805"/>
                  <a:pt x="48532" y="10682"/>
                </a:cubicBezTo>
                <a:cubicBezTo>
                  <a:pt x="48957" y="11236"/>
                  <a:pt x="49584" y="11543"/>
                  <a:pt x="50244" y="11543"/>
                </a:cubicBezTo>
                <a:cubicBezTo>
                  <a:pt x="50492" y="11543"/>
                  <a:pt x="50745" y="11500"/>
                  <a:pt x="50994" y="11410"/>
                </a:cubicBezTo>
                <a:cubicBezTo>
                  <a:pt x="51996" y="11050"/>
                  <a:pt x="52658" y="10146"/>
                  <a:pt x="52864" y="9124"/>
                </a:cubicBezTo>
                <a:cubicBezTo>
                  <a:pt x="53154" y="7661"/>
                  <a:pt x="52724" y="6123"/>
                  <a:pt x="51961" y="4818"/>
                </a:cubicBezTo>
                <a:cubicBezTo>
                  <a:pt x="52909" y="4449"/>
                  <a:pt x="53935" y="4254"/>
                  <a:pt x="54908" y="4195"/>
                </a:cubicBezTo>
                <a:cubicBezTo>
                  <a:pt x="55143" y="4181"/>
                  <a:pt x="55376" y="4175"/>
                  <a:pt x="55608" y="4175"/>
                </a:cubicBezTo>
                <a:cubicBezTo>
                  <a:pt x="60297" y="4175"/>
                  <a:pt x="64524" y="6852"/>
                  <a:pt x="69158" y="7300"/>
                </a:cubicBezTo>
                <a:lnTo>
                  <a:pt x="69158" y="6953"/>
                </a:lnTo>
                <a:cubicBezTo>
                  <a:pt x="64860" y="6530"/>
                  <a:pt x="60879" y="4157"/>
                  <a:pt x="56530" y="3855"/>
                </a:cubicBezTo>
                <a:cubicBezTo>
                  <a:pt x="56231" y="3834"/>
                  <a:pt x="55929" y="3824"/>
                  <a:pt x="55626" y="3824"/>
                </a:cubicBezTo>
                <a:cubicBezTo>
                  <a:pt x="54317" y="3824"/>
                  <a:pt x="52985" y="4023"/>
                  <a:pt x="51772" y="4510"/>
                </a:cubicBezTo>
                <a:cubicBezTo>
                  <a:pt x="51514" y="4103"/>
                  <a:pt x="51225" y="3727"/>
                  <a:pt x="50918" y="3385"/>
                </a:cubicBezTo>
                <a:cubicBezTo>
                  <a:pt x="49577" y="1898"/>
                  <a:pt x="47745" y="872"/>
                  <a:pt x="45817" y="360"/>
                </a:cubicBezTo>
                <a:cubicBezTo>
                  <a:pt x="44889" y="115"/>
                  <a:pt x="43944" y="0"/>
                  <a:pt x="42999" y="0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882325" y="628200"/>
            <a:ext cx="3945900" cy="10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/>
        </p:nvSpPr>
        <p:spPr>
          <a:xfrm rot="3366422">
            <a:off x="7397219" y="870644"/>
            <a:ext cx="2804406" cy="149210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/>
          <p:nvPr/>
        </p:nvSpPr>
        <p:spPr>
          <a:xfrm rot="6776251">
            <a:off x="1305962" y="2879776"/>
            <a:ext cx="343986" cy="30904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 rot="-1050510">
            <a:off x="-381985" y="2336723"/>
            <a:ext cx="2804434" cy="149211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/>
          <p:nvPr/>
        </p:nvSpPr>
        <p:spPr>
          <a:xfrm rot="6776251">
            <a:off x="8329637" y="451701"/>
            <a:ext cx="343986" cy="30904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1825500" y="1335747"/>
            <a:ext cx="5493000" cy="12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 flipH="1">
            <a:off x="2309550" y="2769650"/>
            <a:ext cx="4524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600"/>
            </a:lvl1pPr>
            <a:lvl2pPr indent="-3175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0"/>
            </a:lvl2pPr>
            <a:lvl3pPr indent="-3175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/>
          <p:nvPr/>
        </p:nvSpPr>
        <p:spPr>
          <a:xfrm rot="-2339450">
            <a:off x="420575" y="291051"/>
            <a:ext cx="343951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hasCustomPrompt="1" idx="2" type="title"/>
          </p:nvPr>
        </p:nvSpPr>
        <p:spPr>
          <a:xfrm>
            <a:off x="918849" y="1692854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1641575" y="1412929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3" type="subTitle"/>
          </p:nvPr>
        </p:nvSpPr>
        <p:spPr>
          <a:xfrm>
            <a:off x="1641575" y="1789144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2" name="Google Shape;72;p13"/>
          <p:cNvSpPr/>
          <p:nvPr/>
        </p:nvSpPr>
        <p:spPr>
          <a:xfrm rot="-4326518">
            <a:off x="5881551" y="4323786"/>
            <a:ext cx="262339" cy="23569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 rot="-8792909">
            <a:off x="39983" y="3652190"/>
            <a:ext cx="2967549" cy="157890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6856876" y="2925802"/>
            <a:ext cx="2967513" cy="157888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 rot="-4326518">
            <a:off x="339226" y="260636"/>
            <a:ext cx="262339" cy="23569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 txBox="1"/>
          <p:nvPr>
            <p:ph hasCustomPrompt="1" idx="4" type="title"/>
          </p:nvPr>
        </p:nvSpPr>
        <p:spPr>
          <a:xfrm>
            <a:off x="4571999" y="1692854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/>
          <p:nvPr>
            <p:ph idx="5" type="subTitle"/>
          </p:nvPr>
        </p:nvSpPr>
        <p:spPr>
          <a:xfrm>
            <a:off x="5294725" y="1412929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6" type="subTitle"/>
          </p:nvPr>
        </p:nvSpPr>
        <p:spPr>
          <a:xfrm>
            <a:off x="5294725" y="1789144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hasCustomPrompt="1" idx="7" type="title"/>
          </p:nvPr>
        </p:nvSpPr>
        <p:spPr>
          <a:xfrm>
            <a:off x="918849" y="2851679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idx="8" type="subTitle"/>
          </p:nvPr>
        </p:nvSpPr>
        <p:spPr>
          <a:xfrm>
            <a:off x="1641575" y="2571754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9" type="subTitle"/>
          </p:nvPr>
        </p:nvSpPr>
        <p:spPr>
          <a:xfrm>
            <a:off x="1641575" y="2947969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hasCustomPrompt="1" idx="13" type="title"/>
          </p:nvPr>
        </p:nvSpPr>
        <p:spPr>
          <a:xfrm>
            <a:off x="4571999" y="2851679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14" type="subTitle"/>
          </p:nvPr>
        </p:nvSpPr>
        <p:spPr>
          <a:xfrm>
            <a:off x="5294725" y="2571754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5" type="subTitle"/>
          </p:nvPr>
        </p:nvSpPr>
        <p:spPr>
          <a:xfrm>
            <a:off x="5294725" y="2947969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4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1616400" y="2420675"/>
            <a:ext cx="5911200" cy="7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hasCustomPrompt="1" idx="2" type="title"/>
          </p:nvPr>
        </p:nvSpPr>
        <p:spPr>
          <a:xfrm>
            <a:off x="3892350" y="1513025"/>
            <a:ext cx="13593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52800" y="3418225"/>
            <a:ext cx="42384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i="0"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/>
          <p:nvPr/>
        </p:nvSpPr>
        <p:spPr>
          <a:xfrm rot="-9466206">
            <a:off x="2961125" y="1544915"/>
            <a:ext cx="343953" cy="309013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 rot="-8215282">
            <a:off x="-49521" y="86229"/>
            <a:ext cx="2804328" cy="1492060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3" name="Google Shape;93;p15"/>
          <p:cNvGrpSpPr/>
          <p:nvPr/>
        </p:nvGrpSpPr>
        <p:grpSpPr>
          <a:xfrm rot="1858457">
            <a:off x="-965212" y="2578009"/>
            <a:ext cx="2614815" cy="2948402"/>
            <a:chOff x="-613064" y="2641248"/>
            <a:chExt cx="2802423" cy="3159944"/>
          </a:xfrm>
        </p:grpSpPr>
        <p:sp>
          <p:nvSpPr>
            <p:cNvPr id="94" name="Google Shape;94;p15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 rot="10800000">
              <a:off x="439160" y="3739935"/>
              <a:ext cx="343967" cy="309026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5"/>
          <p:cNvSpPr/>
          <p:nvPr/>
        </p:nvSpPr>
        <p:spPr>
          <a:xfrm rot="416511">
            <a:off x="7533421" y="476646"/>
            <a:ext cx="2100203" cy="111751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6"/>
          <p:cNvSpPr/>
          <p:nvPr/>
        </p:nvSpPr>
        <p:spPr>
          <a:xfrm rot="3861238">
            <a:off x="-945024" y="3629065"/>
            <a:ext cx="2554492" cy="135913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 rot="-10476391">
            <a:off x="365692" y="3675952"/>
            <a:ext cx="290553" cy="26103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 rot="8376068">
            <a:off x="7495468" y="-170962"/>
            <a:ext cx="2554589" cy="135918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7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7"/>
          <p:cNvSpPr/>
          <p:nvPr/>
        </p:nvSpPr>
        <p:spPr>
          <a:xfrm rot="4188218">
            <a:off x="-610055" y="796549"/>
            <a:ext cx="2554365" cy="135906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 rot="-8741144">
            <a:off x="374389" y="1900457"/>
            <a:ext cx="290537" cy="26102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 rot="2963579">
            <a:off x="5673470" y="4217538"/>
            <a:ext cx="2554336" cy="135905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4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1783025" y="2594149"/>
            <a:ext cx="55779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Quicksand"/>
              <a:buNone/>
              <a:defRPr sz="240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2" type="title"/>
          </p:nvPr>
        </p:nvSpPr>
        <p:spPr>
          <a:xfrm>
            <a:off x="3239747" y="3977388"/>
            <a:ext cx="26643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grpSp>
        <p:nvGrpSpPr>
          <p:cNvPr id="110" name="Google Shape;110;p18"/>
          <p:cNvGrpSpPr/>
          <p:nvPr/>
        </p:nvGrpSpPr>
        <p:grpSpPr>
          <a:xfrm rot="10800000">
            <a:off x="6617889" y="-234202"/>
            <a:ext cx="2802423" cy="3159944"/>
            <a:chOff x="-613064" y="2641248"/>
            <a:chExt cx="2802423" cy="3159944"/>
          </a:xfrm>
        </p:grpSpPr>
        <p:sp>
          <p:nvSpPr>
            <p:cNvPr id="111" name="Google Shape;111;p18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8"/>
            <p:cNvSpPr/>
            <p:nvPr/>
          </p:nvSpPr>
          <p:spPr>
            <a:xfrm rot="6776251">
              <a:off x="914712" y="4708301"/>
              <a:ext cx="343986" cy="309044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p18"/>
          <p:cNvGrpSpPr/>
          <p:nvPr/>
        </p:nvGrpSpPr>
        <p:grpSpPr>
          <a:xfrm flipH="1" rot="10800000">
            <a:off x="-276311" y="-234202"/>
            <a:ext cx="2802423" cy="3159944"/>
            <a:chOff x="-613064" y="2641248"/>
            <a:chExt cx="2802423" cy="3159944"/>
          </a:xfrm>
        </p:grpSpPr>
        <p:sp>
          <p:nvSpPr>
            <p:cNvPr id="114" name="Google Shape;114;p18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8"/>
            <p:cNvSpPr/>
            <p:nvPr/>
          </p:nvSpPr>
          <p:spPr>
            <a:xfrm rot="6776251">
              <a:off x="914712" y="4708301"/>
              <a:ext cx="343986" cy="309044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5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" name="Google Shape;118;p19"/>
          <p:cNvSpPr/>
          <p:nvPr/>
        </p:nvSpPr>
        <p:spPr>
          <a:xfrm rot="-8728138">
            <a:off x="8657537" y="4683755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 rot="1062923">
            <a:off x="7203236" y="3964673"/>
            <a:ext cx="2455061" cy="130611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 rot="-4500844">
            <a:off x="241987" y="4616669"/>
            <a:ext cx="323243" cy="29038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4981100" y="1750000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2" type="subTitle"/>
          </p:nvPr>
        </p:nvSpPr>
        <p:spPr>
          <a:xfrm>
            <a:off x="4981100" y="2099250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3" type="subTitle"/>
          </p:nvPr>
        </p:nvSpPr>
        <p:spPr>
          <a:xfrm>
            <a:off x="4981100" y="3298425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4" type="subTitle"/>
          </p:nvPr>
        </p:nvSpPr>
        <p:spPr>
          <a:xfrm>
            <a:off x="4981100" y="3647675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1" type="subTitle"/>
          </p:nvPr>
        </p:nvSpPr>
        <p:spPr>
          <a:xfrm>
            <a:off x="1531000" y="1222763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2" type="subTitle"/>
          </p:nvPr>
        </p:nvSpPr>
        <p:spPr>
          <a:xfrm>
            <a:off x="1531000" y="1495829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3" type="subTitle"/>
          </p:nvPr>
        </p:nvSpPr>
        <p:spPr>
          <a:xfrm>
            <a:off x="1531000" y="3536800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4" type="subTitle"/>
          </p:nvPr>
        </p:nvSpPr>
        <p:spPr>
          <a:xfrm>
            <a:off x="1531000" y="3813015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5" type="subTitle"/>
          </p:nvPr>
        </p:nvSpPr>
        <p:spPr>
          <a:xfrm>
            <a:off x="1531000" y="2379782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6" type="subTitle"/>
          </p:nvPr>
        </p:nvSpPr>
        <p:spPr>
          <a:xfrm>
            <a:off x="1531000" y="2654422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/>
          <p:nvPr/>
        </p:nvSpPr>
        <p:spPr>
          <a:xfrm rot="-10383505">
            <a:off x="7018557" y="971047"/>
            <a:ext cx="2520344" cy="134105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 flipH="1" rot="-416511">
            <a:off x="-1013154" y="-673504"/>
            <a:ext cx="2100203" cy="111751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 flipH="1" rot="10800000">
            <a:off x="8559980" y="1519570"/>
            <a:ext cx="361912" cy="32517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1219461" y="1412559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subTitle"/>
          </p:nvPr>
        </p:nvSpPr>
        <p:spPr>
          <a:xfrm>
            <a:off x="1219451" y="1778253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3" type="subTitle"/>
          </p:nvPr>
        </p:nvSpPr>
        <p:spPr>
          <a:xfrm>
            <a:off x="5044258" y="1412547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4" type="subTitle"/>
          </p:nvPr>
        </p:nvSpPr>
        <p:spPr>
          <a:xfrm>
            <a:off x="5044249" y="1778238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5" type="subTitle"/>
          </p:nvPr>
        </p:nvSpPr>
        <p:spPr>
          <a:xfrm>
            <a:off x="5044258" y="3243747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6" type="subTitle"/>
          </p:nvPr>
        </p:nvSpPr>
        <p:spPr>
          <a:xfrm>
            <a:off x="5044249" y="3609438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1"/>
          <p:cNvSpPr/>
          <p:nvPr/>
        </p:nvSpPr>
        <p:spPr>
          <a:xfrm rot="-849422">
            <a:off x="1820922" y="336633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 rot="6584380">
            <a:off x="541243" y="4463204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 rot="-849422">
            <a:off x="7295722" y="1273811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2185803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2" type="subTitle"/>
          </p:nvPr>
        </p:nvSpPr>
        <p:spPr>
          <a:xfrm>
            <a:off x="21857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3" type="subTitle"/>
          </p:nvPr>
        </p:nvSpPr>
        <p:spPr>
          <a:xfrm>
            <a:off x="6387406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4" type="subTitle"/>
          </p:nvPr>
        </p:nvSpPr>
        <p:spPr>
          <a:xfrm>
            <a:off x="63873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5" type="subTitle"/>
          </p:nvPr>
        </p:nvSpPr>
        <p:spPr>
          <a:xfrm>
            <a:off x="4286601" y="3431667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54" name="Google Shape;154;p22"/>
          <p:cNvSpPr txBox="1"/>
          <p:nvPr>
            <p:ph idx="6" type="subTitle"/>
          </p:nvPr>
        </p:nvSpPr>
        <p:spPr>
          <a:xfrm>
            <a:off x="4286599" y="3797350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2"/>
          <p:cNvSpPr/>
          <p:nvPr/>
        </p:nvSpPr>
        <p:spPr>
          <a:xfrm rot="-9859298">
            <a:off x="-1014915" y="3994999"/>
            <a:ext cx="2804229" cy="14920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 rot="-6805797">
            <a:off x="7202721" y="4287417"/>
            <a:ext cx="2804191" cy="149198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 rot="6584380">
            <a:off x="8606743" y="4586492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1265434" y="3066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2" type="subTitle"/>
          </p:nvPr>
        </p:nvSpPr>
        <p:spPr>
          <a:xfrm>
            <a:off x="716734" y="3432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3" type="subTitle"/>
          </p:nvPr>
        </p:nvSpPr>
        <p:spPr>
          <a:xfrm>
            <a:off x="3941100" y="2304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4" type="subTitle"/>
          </p:nvPr>
        </p:nvSpPr>
        <p:spPr>
          <a:xfrm>
            <a:off x="3392400" y="2670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3"/>
          <p:cNvSpPr txBox="1"/>
          <p:nvPr>
            <p:ph idx="5" type="subTitle"/>
          </p:nvPr>
        </p:nvSpPr>
        <p:spPr>
          <a:xfrm>
            <a:off x="6616766" y="3066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6" type="subTitle"/>
          </p:nvPr>
        </p:nvSpPr>
        <p:spPr>
          <a:xfrm>
            <a:off x="6068066" y="3432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3"/>
          <p:cNvSpPr/>
          <p:nvPr/>
        </p:nvSpPr>
        <p:spPr>
          <a:xfrm rot="-849422">
            <a:off x="-316003" y="156898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/>
          <p:nvPr/>
        </p:nvSpPr>
        <p:spPr>
          <a:xfrm rot="6584380">
            <a:off x="4442343" y="4463217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 flipH="1" rot="849422">
            <a:off x="6763647" y="156898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3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24"/>
          <p:cNvSpPr txBox="1"/>
          <p:nvPr>
            <p:ph idx="1" type="subTitle"/>
          </p:nvPr>
        </p:nvSpPr>
        <p:spPr>
          <a:xfrm>
            <a:off x="1992469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72" name="Google Shape;172;p24"/>
          <p:cNvSpPr txBox="1"/>
          <p:nvPr>
            <p:ph idx="2" type="subTitle"/>
          </p:nvPr>
        </p:nvSpPr>
        <p:spPr>
          <a:xfrm>
            <a:off x="1992469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3" type="subTitle"/>
          </p:nvPr>
        </p:nvSpPr>
        <p:spPr>
          <a:xfrm>
            <a:off x="5468870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74" name="Google Shape;174;p24"/>
          <p:cNvSpPr txBox="1"/>
          <p:nvPr>
            <p:ph idx="4" type="subTitle"/>
          </p:nvPr>
        </p:nvSpPr>
        <p:spPr>
          <a:xfrm>
            <a:off x="5468870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5" type="subTitle"/>
          </p:nvPr>
        </p:nvSpPr>
        <p:spPr>
          <a:xfrm>
            <a:off x="1992469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76" name="Google Shape;176;p24"/>
          <p:cNvSpPr txBox="1"/>
          <p:nvPr>
            <p:ph idx="6" type="subTitle"/>
          </p:nvPr>
        </p:nvSpPr>
        <p:spPr>
          <a:xfrm>
            <a:off x="1992469" y="3621778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7" type="subTitle"/>
          </p:nvPr>
        </p:nvSpPr>
        <p:spPr>
          <a:xfrm>
            <a:off x="5468870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8" type="subTitle"/>
          </p:nvPr>
        </p:nvSpPr>
        <p:spPr>
          <a:xfrm>
            <a:off x="5468870" y="3623926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 rot="5040266">
            <a:off x="511268" y="3558760"/>
            <a:ext cx="368967" cy="331487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 flipH="1" rot="1702846">
            <a:off x="-1217185" y="2707299"/>
            <a:ext cx="2804485" cy="14921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 flipH="1" rot="1702846">
            <a:off x="7357803" y="3673374"/>
            <a:ext cx="2804485" cy="14921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 rot="5040266">
            <a:off x="8253468" y="4579385"/>
            <a:ext cx="368967" cy="331487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8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1" type="subTitle"/>
          </p:nvPr>
        </p:nvSpPr>
        <p:spPr>
          <a:xfrm>
            <a:off x="1142462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2" type="subTitle"/>
          </p:nvPr>
        </p:nvSpPr>
        <p:spPr>
          <a:xfrm>
            <a:off x="731012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3" type="subTitle"/>
          </p:nvPr>
        </p:nvSpPr>
        <p:spPr>
          <a:xfrm>
            <a:off x="3950250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4" type="subTitle"/>
          </p:nvPr>
        </p:nvSpPr>
        <p:spPr>
          <a:xfrm>
            <a:off x="3538800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5" type="subTitle"/>
          </p:nvPr>
        </p:nvSpPr>
        <p:spPr>
          <a:xfrm>
            <a:off x="6758038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90" name="Google Shape;190;p25"/>
          <p:cNvSpPr txBox="1"/>
          <p:nvPr>
            <p:ph idx="6" type="subTitle"/>
          </p:nvPr>
        </p:nvSpPr>
        <p:spPr>
          <a:xfrm>
            <a:off x="6346588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5"/>
          <p:cNvSpPr txBox="1"/>
          <p:nvPr>
            <p:ph idx="7" type="subTitle"/>
          </p:nvPr>
        </p:nvSpPr>
        <p:spPr>
          <a:xfrm>
            <a:off x="1142462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92" name="Google Shape;192;p25"/>
          <p:cNvSpPr txBox="1"/>
          <p:nvPr>
            <p:ph idx="8" type="subTitle"/>
          </p:nvPr>
        </p:nvSpPr>
        <p:spPr>
          <a:xfrm>
            <a:off x="731012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9" type="subTitle"/>
          </p:nvPr>
        </p:nvSpPr>
        <p:spPr>
          <a:xfrm>
            <a:off x="3950250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13" type="subTitle"/>
          </p:nvPr>
        </p:nvSpPr>
        <p:spPr>
          <a:xfrm>
            <a:off x="3538800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/>
          <p:nvPr>
            <p:ph idx="14" type="subTitle"/>
          </p:nvPr>
        </p:nvSpPr>
        <p:spPr>
          <a:xfrm>
            <a:off x="6758038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15" type="subTitle"/>
          </p:nvPr>
        </p:nvSpPr>
        <p:spPr>
          <a:xfrm>
            <a:off x="6346588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/>
          <p:nvPr/>
        </p:nvSpPr>
        <p:spPr>
          <a:xfrm rot="9313262">
            <a:off x="7765343" y="3386195"/>
            <a:ext cx="2638742" cy="140395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 rot="-6681293">
            <a:off x="8549300" y="3180570"/>
            <a:ext cx="251296" cy="22576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 rot="9313262">
            <a:off x="-1523057" y="766945"/>
            <a:ext cx="2638742" cy="140395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5"/>
          <p:cNvSpPr/>
          <p:nvPr/>
        </p:nvSpPr>
        <p:spPr>
          <a:xfrm rot="-8460514">
            <a:off x="206671" y="1050615"/>
            <a:ext cx="251299" cy="22577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5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hasCustomPrompt="1" type="title"/>
          </p:nvPr>
        </p:nvSpPr>
        <p:spPr>
          <a:xfrm>
            <a:off x="4865136" y="76039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6"/>
          <p:cNvSpPr txBox="1"/>
          <p:nvPr>
            <p:ph idx="1" type="subTitle"/>
          </p:nvPr>
        </p:nvSpPr>
        <p:spPr>
          <a:xfrm>
            <a:off x="4590186" y="1330584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hasCustomPrompt="1" idx="2" type="title"/>
          </p:nvPr>
        </p:nvSpPr>
        <p:spPr>
          <a:xfrm>
            <a:off x="4865136" y="352504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26"/>
          <p:cNvSpPr txBox="1"/>
          <p:nvPr>
            <p:ph idx="3" type="subTitle"/>
          </p:nvPr>
        </p:nvSpPr>
        <p:spPr>
          <a:xfrm>
            <a:off x="4590186" y="4093620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6"/>
          <p:cNvSpPr txBox="1"/>
          <p:nvPr>
            <p:ph hasCustomPrompt="1" idx="4" type="title"/>
          </p:nvPr>
        </p:nvSpPr>
        <p:spPr>
          <a:xfrm>
            <a:off x="4865136" y="2182624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26"/>
          <p:cNvSpPr txBox="1"/>
          <p:nvPr>
            <p:ph idx="5" type="subTitle"/>
          </p:nvPr>
        </p:nvSpPr>
        <p:spPr>
          <a:xfrm>
            <a:off x="4590186" y="2712102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6"/>
          <p:cNvSpPr/>
          <p:nvPr/>
        </p:nvSpPr>
        <p:spPr>
          <a:xfrm rot="1083484">
            <a:off x="4143886" y="-672291"/>
            <a:ext cx="2804234" cy="149201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0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717150" y="539500"/>
            <a:ext cx="48312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1203450" y="1866625"/>
            <a:ext cx="3858600" cy="81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 rot="2210463">
            <a:off x="99465" y="2875936"/>
            <a:ext cx="2804152" cy="149196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 rot="2937724">
            <a:off x="8511908" y="1198766"/>
            <a:ext cx="2804104" cy="149194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0_1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rot="2937724">
            <a:off x="8606708" y="4501991"/>
            <a:ext cx="2804104" cy="149194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" name="Google Shape;217;p28"/>
          <p:cNvSpPr/>
          <p:nvPr/>
        </p:nvSpPr>
        <p:spPr>
          <a:xfrm rot="4039828">
            <a:off x="-1917489" y="1497758"/>
            <a:ext cx="2804067" cy="149192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idx="1" type="subTitle"/>
          </p:nvPr>
        </p:nvSpPr>
        <p:spPr>
          <a:xfrm>
            <a:off x="713225" y="1105625"/>
            <a:ext cx="76638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0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938750" y="1373826"/>
            <a:ext cx="5266500" cy="17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1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1" type="subTitle"/>
          </p:nvPr>
        </p:nvSpPr>
        <p:spPr>
          <a:xfrm>
            <a:off x="2300400" y="3190893"/>
            <a:ext cx="4543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9"/>
          <p:cNvSpPr/>
          <p:nvPr/>
        </p:nvSpPr>
        <p:spPr>
          <a:xfrm rot="-10383505">
            <a:off x="8080157" y="1973197"/>
            <a:ext cx="2520344" cy="134105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 rot="8570839">
            <a:off x="-885062" y="3730423"/>
            <a:ext cx="2520391" cy="13410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0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ctrTitle"/>
          </p:nvPr>
        </p:nvSpPr>
        <p:spPr>
          <a:xfrm>
            <a:off x="2938725" y="995583"/>
            <a:ext cx="3163800" cy="75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6" name="Google Shape;226;p30"/>
          <p:cNvSpPr txBox="1"/>
          <p:nvPr/>
        </p:nvSpPr>
        <p:spPr>
          <a:xfrm>
            <a:off x="2089600" y="4124425"/>
            <a:ext cx="4965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4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CREDITS:</a:t>
            </a:r>
            <a:r>
              <a:rPr lang="en" sz="1050">
                <a:solidFill>
                  <a:schemeClr val="accent4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This presentation template was created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Slidesgo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Flaticon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 and infographics &amp; images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Freepik</a:t>
            </a:r>
            <a:endParaRPr sz="1050">
              <a:solidFill>
                <a:schemeClr val="accent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2990100" y="2704300"/>
            <a:ext cx="3163800" cy="8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8" name="Google Shape;228;p30"/>
          <p:cNvSpPr/>
          <p:nvPr/>
        </p:nvSpPr>
        <p:spPr>
          <a:xfrm>
            <a:off x="541230" y="3849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>
            <a:off x="6742317" y="867444"/>
            <a:ext cx="243" cy="122"/>
          </a:xfrm>
          <a:custGeom>
            <a:rect b="b" l="l" r="r" t="t"/>
            <a:pathLst>
              <a:path extrusionOk="0" h="1" w="2">
                <a:moveTo>
                  <a:pt x="1" y="0"/>
                </a:moveTo>
                <a:cubicBezTo>
                  <a:pt x="0" y="0"/>
                  <a:pt x="0" y="0"/>
                  <a:pt x="0" y="1"/>
                </a:cubicBezTo>
                <a:lnTo>
                  <a:pt x="2" y="1"/>
                </a:lnTo>
                <a:cubicBezTo>
                  <a:pt x="2" y="1"/>
                  <a:pt x="1" y="0"/>
                  <a:pt x="1" y="0"/>
                </a:cubicBezTo>
                <a:close/>
              </a:path>
            </a:pathLst>
          </a:custGeom>
          <a:solidFill>
            <a:srgbClr val="E4EE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1"/>
          <p:cNvSpPr/>
          <p:nvPr/>
        </p:nvSpPr>
        <p:spPr>
          <a:xfrm>
            <a:off x="6742317" y="863673"/>
            <a:ext cx="6933" cy="3892"/>
          </a:xfrm>
          <a:custGeom>
            <a:rect b="b" l="l" r="r" t="t"/>
            <a:pathLst>
              <a:path extrusionOk="0" h="32" w="57">
                <a:moveTo>
                  <a:pt x="57" y="1"/>
                </a:moveTo>
                <a:lnTo>
                  <a:pt x="57" y="1"/>
                </a:lnTo>
                <a:cubicBezTo>
                  <a:pt x="38" y="15"/>
                  <a:pt x="20" y="28"/>
                  <a:pt x="0" y="32"/>
                </a:cubicBezTo>
                <a:lnTo>
                  <a:pt x="2" y="32"/>
                </a:lnTo>
                <a:cubicBezTo>
                  <a:pt x="4" y="31"/>
                  <a:pt x="6" y="31"/>
                  <a:pt x="9" y="31"/>
                </a:cubicBezTo>
                <a:cubicBezTo>
                  <a:pt x="11" y="31"/>
                  <a:pt x="14" y="31"/>
                  <a:pt x="16" y="30"/>
                </a:cubicBezTo>
                <a:cubicBezTo>
                  <a:pt x="30" y="25"/>
                  <a:pt x="44" y="11"/>
                  <a:pt x="57" y="1"/>
                </a:cubicBezTo>
                <a:close/>
              </a:path>
            </a:pathLst>
          </a:custGeom>
          <a:solidFill>
            <a:srgbClr val="007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6752535" y="846765"/>
            <a:ext cx="9366" cy="14718"/>
          </a:xfrm>
          <a:custGeom>
            <a:rect b="b" l="l" r="r" t="t"/>
            <a:pathLst>
              <a:path extrusionOk="0" h="121" w="77">
                <a:moveTo>
                  <a:pt x="77" y="1"/>
                </a:moveTo>
                <a:cubicBezTo>
                  <a:pt x="53" y="53"/>
                  <a:pt x="27" y="92"/>
                  <a:pt x="1" y="120"/>
                </a:cubicBezTo>
                <a:cubicBezTo>
                  <a:pt x="27" y="92"/>
                  <a:pt x="53" y="53"/>
                  <a:pt x="77" y="1"/>
                </a:cubicBezTo>
                <a:close/>
              </a:path>
            </a:pathLst>
          </a:custGeom>
          <a:solidFill>
            <a:srgbClr val="007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713225" y="-268377"/>
            <a:ext cx="2666274" cy="14186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1"/>
          <p:cNvSpPr/>
          <p:nvPr/>
        </p:nvSpPr>
        <p:spPr>
          <a:xfrm>
            <a:off x="1035780" y="286400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"/>
          <p:cNvSpPr/>
          <p:nvPr/>
        </p:nvSpPr>
        <p:spPr>
          <a:xfrm rot="3362447">
            <a:off x="6176626" y="3943336"/>
            <a:ext cx="2967509" cy="157888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1"/>
          <p:cNvSpPr/>
          <p:nvPr/>
        </p:nvSpPr>
        <p:spPr>
          <a:xfrm rot="1083878">
            <a:off x="7292518" y="3912010"/>
            <a:ext cx="344002" cy="309058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/>
          <p:nvPr/>
        </p:nvSpPr>
        <p:spPr>
          <a:xfrm>
            <a:off x="5703026" y="2151602"/>
            <a:ext cx="4635090" cy="246612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2"/>
          <p:cNvSpPr/>
          <p:nvPr/>
        </p:nvSpPr>
        <p:spPr>
          <a:xfrm>
            <a:off x="8012976" y="4155801"/>
            <a:ext cx="418920" cy="376366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"/>
          <p:cNvSpPr/>
          <p:nvPr/>
        </p:nvSpPr>
        <p:spPr>
          <a:xfrm>
            <a:off x="-2885074" y="4049427"/>
            <a:ext cx="4635090" cy="246612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/>
        </p:nvSpPr>
        <p:spPr>
          <a:xfrm>
            <a:off x="1554450" y="1647095"/>
            <a:ext cx="6035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687F96"/>
              </a:solidFill>
              <a:latin typeface="Martel ExtraBold"/>
              <a:ea typeface="Martel ExtraBold"/>
              <a:cs typeface="Martel ExtraBold"/>
              <a:sym typeface="Martel ExtraBold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2606100" y="3252064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47" name="Google Shape;247;p34"/>
          <p:cNvSpPr txBox="1"/>
          <p:nvPr>
            <p:ph type="ctrTitle"/>
          </p:nvPr>
        </p:nvSpPr>
        <p:spPr>
          <a:xfrm>
            <a:off x="1554450" y="1658166"/>
            <a:ext cx="6035100" cy="14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b="0" sz="5000">
                <a:solidFill>
                  <a:schemeClr val="dk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8" name="Google Shape;248;p34"/>
          <p:cNvSpPr txBox="1"/>
          <p:nvPr>
            <p:ph idx="1" type="subTitle"/>
          </p:nvPr>
        </p:nvSpPr>
        <p:spPr>
          <a:xfrm>
            <a:off x="2606100" y="3268187"/>
            <a:ext cx="3931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9" name="Google Shape;249;p34"/>
          <p:cNvSpPr/>
          <p:nvPr/>
        </p:nvSpPr>
        <p:spPr>
          <a:xfrm rot="10589192">
            <a:off x="6131325" y="-225052"/>
            <a:ext cx="2666242" cy="141859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/>
          <p:nvPr/>
        </p:nvSpPr>
        <p:spPr>
          <a:xfrm>
            <a:off x="7718355" y="7729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/>
          <p:nvPr/>
        </p:nvSpPr>
        <p:spPr>
          <a:xfrm rot="2278409">
            <a:off x="-25710" y="3742409"/>
            <a:ext cx="2967560" cy="157890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4"/>
          <p:cNvSpPr/>
          <p:nvPr/>
        </p:nvSpPr>
        <p:spPr>
          <a:xfrm>
            <a:off x="893205" y="38046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5"/>
          <p:cNvSpPr txBox="1"/>
          <p:nvPr>
            <p:ph idx="1" type="subTitle"/>
          </p:nvPr>
        </p:nvSpPr>
        <p:spPr>
          <a:xfrm>
            <a:off x="1266623" y="3325125"/>
            <a:ext cx="3940500" cy="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i="0" sz="4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5"/>
          <p:cNvSpPr txBox="1"/>
          <p:nvPr>
            <p:ph hasCustomPrompt="1" type="title"/>
          </p:nvPr>
        </p:nvSpPr>
        <p:spPr>
          <a:xfrm>
            <a:off x="801958" y="2303812"/>
            <a:ext cx="11631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35"/>
          <p:cNvSpPr txBox="1"/>
          <p:nvPr>
            <p:ph idx="2" type="subTitle"/>
          </p:nvPr>
        </p:nvSpPr>
        <p:spPr>
          <a:xfrm>
            <a:off x="1106350" y="4142500"/>
            <a:ext cx="4277700" cy="3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5"/>
          <p:cNvSpPr/>
          <p:nvPr/>
        </p:nvSpPr>
        <p:spPr>
          <a:xfrm flipH="1" rot="-10022767">
            <a:off x="-227911" y="215271"/>
            <a:ext cx="2516662" cy="1339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"/>
          <p:cNvSpPr/>
          <p:nvPr/>
        </p:nvSpPr>
        <p:spPr>
          <a:xfrm rot="-849430">
            <a:off x="6877665" y="830733"/>
            <a:ext cx="2549896" cy="135668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5"/>
          <p:cNvSpPr/>
          <p:nvPr/>
        </p:nvSpPr>
        <p:spPr>
          <a:xfrm rot="6584380">
            <a:off x="680493" y="1675229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1381200" y="566050"/>
            <a:ext cx="2114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713225" y="1258950"/>
            <a:ext cx="3602100" cy="101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36"/>
          <p:cNvSpPr/>
          <p:nvPr/>
        </p:nvSpPr>
        <p:spPr>
          <a:xfrm rot="-849422">
            <a:off x="4940697" y="-899214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6"/>
          <p:cNvSpPr/>
          <p:nvPr/>
        </p:nvSpPr>
        <p:spPr>
          <a:xfrm rot="1716706">
            <a:off x="165846" y="3370797"/>
            <a:ext cx="275623" cy="24760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6"/>
          <p:cNvSpPr/>
          <p:nvPr/>
        </p:nvSpPr>
        <p:spPr>
          <a:xfrm rot="-4034549">
            <a:off x="-688887" y="4504813"/>
            <a:ext cx="2804229" cy="14920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4572012" y="1793075"/>
            <a:ext cx="3767700" cy="28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" name="Google Shape;270;p37"/>
          <p:cNvSpPr txBox="1"/>
          <p:nvPr>
            <p:ph idx="2" type="body"/>
          </p:nvPr>
        </p:nvSpPr>
        <p:spPr>
          <a:xfrm>
            <a:off x="716288" y="1793825"/>
            <a:ext cx="3767700" cy="28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17500" lvl="1" marL="914400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1" name="Google Shape;271;p37"/>
          <p:cNvSpPr txBox="1"/>
          <p:nvPr>
            <p:ph idx="3" type="subTitle"/>
          </p:nvPr>
        </p:nvSpPr>
        <p:spPr>
          <a:xfrm>
            <a:off x="720613" y="1138500"/>
            <a:ext cx="7708800" cy="4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7"/>
          <p:cNvSpPr/>
          <p:nvPr/>
        </p:nvSpPr>
        <p:spPr>
          <a:xfrm rot="-8728138">
            <a:off x="8657537" y="4683755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7"/>
          <p:cNvSpPr/>
          <p:nvPr/>
        </p:nvSpPr>
        <p:spPr>
          <a:xfrm rot="1062923">
            <a:off x="7203236" y="3964673"/>
            <a:ext cx="2455061" cy="130611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A45C37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6" name="Google Shape;276;p38"/>
          <p:cNvSpPr/>
          <p:nvPr/>
        </p:nvSpPr>
        <p:spPr>
          <a:xfrm rot="-8728138">
            <a:off x="8584637" y="2215330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8"/>
          <p:cNvSpPr/>
          <p:nvPr/>
        </p:nvSpPr>
        <p:spPr>
          <a:xfrm rot="4408259">
            <a:off x="8178516" y="1478771"/>
            <a:ext cx="2455056" cy="130614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type="title"/>
          </p:nvPr>
        </p:nvSpPr>
        <p:spPr>
          <a:xfrm>
            <a:off x="713225" y="539500"/>
            <a:ext cx="7711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39"/>
          <p:cNvSpPr txBox="1"/>
          <p:nvPr>
            <p:ph idx="1" type="body"/>
          </p:nvPr>
        </p:nvSpPr>
        <p:spPr>
          <a:xfrm>
            <a:off x="959027" y="1930476"/>
            <a:ext cx="4457100" cy="19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2164900" y="1373150"/>
            <a:ext cx="4814100" cy="23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71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3" name="Google Shape;283;p40"/>
          <p:cNvSpPr/>
          <p:nvPr/>
        </p:nvSpPr>
        <p:spPr>
          <a:xfrm>
            <a:off x="7178238" y="682325"/>
            <a:ext cx="368969" cy="331488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0"/>
          <p:cNvSpPr/>
          <p:nvPr/>
        </p:nvSpPr>
        <p:spPr>
          <a:xfrm flipH="1" rot="-2105480">
            <a:off x="6374443" y="-39069"/>
            <a:ext cx="2804528" cy="149216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0"/>
          <p:cNvSpPr/>
          <p:nvPr/>
        </p:nvSpPr>
        <p:spPr>
          <a:xfrm rot="1509283">
            <a:off x="1318960" y="3939942"/>
            <a:ext cx="368963" cy="331483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0"/>
          <p:cNvSpPr/>
          <p:nvPr/>
        </p:nvSpPr>
        <p:spPr>
          <a:xfrm flipH="1" rot="-1827964">
            <a:off x="-99067" y="3618406"/>
            <a:ext cx="2804538" cy="149217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type="title"/>
          </p:nvPr>
        </p:nvSpPr>
        <p:spPr>
          <a:xfrm>
            <a:off x="713225" y="1956025"/>
            <a:ext cx="2403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89" name="Google Shape;289;p41"/>
          <p:cNvSpPr txBox="1"/>
          <p:nvPr>
            <p:ph idx="1" type="subTitle"/>
          </p:nvPr>
        </p:nvSpPr>
        <p:spPr>
          <a:xfrm>
            <a:off x="713225" y="2694425"/>
            <a:ext cx="3645600" cy="19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1"/>
          <p:cNvSpPr/>
          <p:nvPr/>
        </p:nvSpPr>
        <p:spPr>
          <a:xfrm rot="3310273">
            <a:off x="-30069" y="-54912"/>
            <a:ext cx="2885663" cy="153531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1"/>
          <p:cNvSpPr/>
          <p:nvPr/>
        </p:nvSpPr>
        <p:spPr>
          <a:xfrm>
            <a:off x="7339063" y="3376429"/>
            <a:ext cx="2851039" cy="1099965"/>
          </a:xfrm>
          <a:custGeom>
            <a:rect b="b" l="l" r="r" t="t"/>
            <a:pathLst>
              <a:path extrusionOk="0" h="26682" w="69158">
                <a:moveTo>
                  <a:pt x="51634" y="4950"/>
                </a:moveTo>
                <a:cubicBezTo>
                  <a:pt x="52483" y="6364"/>
                  <a:pt x="52944" y="8070"/>
                  <a:pt x="52371" y="9578"/>
                </a:cubicBezTo>
                <a:cubicBezTo>
                  <a:pt x="52037" y="10454"/>
                  <a:pt x="51141" y="11202"/>
                  <a:pt x="50217" y="11202"/>
                </a:cubicBezTo>
                <a:cubicBezTo>
                  <a:pt x="49899" y="11202"/>
                  <a:pt x="49578" y="11114"/>
                  <a:pt x="49276" y="10912"/>
                </a:cubicBezTo>
                <a:cubicBezTo>
                  <a:pt x="48120" y="10143"/>
                  <a:pt x="48130" y="8563"/>
                  <a:pt x="48733" y="7457"/>
                </a:cubicBezTo>
                <a:cubicBezTo>
                  <a:pt x="49373" y="6288"/>
                  <a:pt x="50431" y="5475"/>
                  <a:pt x="51634" y="4950"/>
                </a:cubicBezTo>
                <a:close/>
                <a:moveTo>
                  <a:pt x="6732" y="16672"/>
                </a:moveTo>
                <a:cubicBezTo>
                  <a:pt x="7001" y="16672"/>
                  <a:pt x="7270" y="16715"/>
                  <a:pt x="7526" y="16811"/>
                </a:cubicBezTo>
                <a:cubicBezTo>
                  <a:pt x="8712" y="17253"/>
                  <a:pt x="9107" y="18685"/>
                  <a:pt x="8884" y="19831"/>
                </a:cubicBezTo>
                <a:cubicBezTo>
                  <a:pt x="8632" y="21115"/>
                  <a:pt x="7710" y="22165"/>
                  <a:pt x="6775" y="23027"/>
                </a:cubicBezTo>
                <a:cubicBezTo>
                  <a:pt x="6699" y="23096"/>
                  <a:pt x="6618" y="23159"/>
                  <a:pt x="6542" y="23226"/>
                </a:cubicBezTo>
                <a:cubicBezTo>
                  <a:pt x="5295" y="22687"/>
                  <a:pt x="4287" y="21721"/>
                  <a:pt x="3951" y="20254"/>
                </a:cubicBezTo>
                <a:cubicBezTo>
                  <a:pt x="3705" y="19190"/>
                  <a:pt x="3992" y="18086"/>
                  <a:pt x="4844" y="17379"/>
                </a:cubicBezTo>
                <a:cubicBezTo>
                  <a:pt x="5361" y="16952"/>
                  <a:pt x="6050" y="16672"/>
                  <a:pt x="6732" y="16672"/>
                </a:cubicBezTo>
                <a:close/>
                <a:moveTo>
                  <a:pt x="42999" y="0"/>
                </a:moveTo>
                <a:cubicBezTo>
                  <a:pt x="41763" y="0"/>
                  <a:pt x="40527" y="196"/>
                  <a:pt x="39329" y="553"/>
                </a:cubicBezTo>
                <a:cubicBezTo>
                  <a:pt x="34413" y="2020"/>
                  <a:pt x="30681" y="5799"/>
                  <a:pt x="27520" y="9660"/>
                </a:cubicBezTo>
                <a:cubicBezTo>
                  <a:pt x="24214" y="13699"/>
                  <a:pt x="21175" y="18121"/>
                  <a:pt x="16772" y="21069"/>
                </a:cubicBezTo>
                <a:cubicBezTo>
                  <a:pt x="14691" y="22462"/>
                  <a:pt x="12251" y="23569"/>
                  <a:pt x="9723" y="23738"/>
                </a:cubicBezTo>
                <a:cubicBezTo>
                  <a:pt x="9560" y="23749"/>
                  <a:pt x="9397" y="23754"/>
                  <a:pt x="9232" y="23754"/>
                </a:cubicBezTo>
                <a:cubicBezTo>
                  <a:pt x="8462" y="23754"/>
                  <a:pt x="7679" y="23634"/>
                  <a:pt x="6954" y="23382"/>
                </a:cubicBezTo>
                <a:cubicBezTo>
                  <a:pt x="7689" y="22725"/>
                  <a:pt x="8327" y="21973"/>
                  <a:pt x="8771" y="21136"/>
                </a:cubicBezTo>
                <a:cubicBezTo>
                  <a:pt x="9286" y="20164"/>
                  <a:pt x="9482" y="19000"/>
                  <a:pt x="9072" y="17953"/>
                </a:cubicBezTo>
                <a:cubicBezTo>
                  <a:pt x="8739" y="17099"/>
                  <a:pt x="8018" y="16473"/>
                  <a:pt x="7101" y="16350"/>
                </a:cubicBezTo>
                <a:cubicBezTo>
                  <a:pt x="6969" y="16333"/>
                  <a:pt x="6837" y="16324"/>
                  <a:pt x="6707" y="16324"/>
                </a:cubicBezTo>
                <a:cubicBezTo>
                  <a:pt x="5102" y="16324"/>
                  <a:pt x="3655" y="17616"/>
                  <a:pt x="3523" y="19232"/>
                </a:cubicBezTo>
                <a:cubicBezTo>
                  <a:pt x="3372" y="21094"/>
                  <a:pt x="4633" y="22694"/>
                  <a:pt x="6233" y="23492"/>
                </a:cubicBezTo>
                <a:cubicBezTo>
                  <a:pt x="4448" y="24955"/>
                  <a:pt x="2277" y="25915"/>
                  <a:pt x="0" y="26329"/>
                </a:cubicBezTo>
                <a:lnTo>
                  <a:pt x="0" y="26681"/>
                </a:lnTo>
                <a:cubicBezTo>
                  <a:pt x="1254" y="26461"/>
                  <a:pt x="2480" y="26076"/>
                  <a:pt x="3635" y="25533"/>
                </a:cubicBezTo>
                <a:cubicBezTo>
                  <a:pt x="4651" y="25061"/>
                  <a:pt x="5701" y="24431"/>
                  <a:pt x="6625" y="23668"/>
                </a:cubicBezTo>
                <a:cubicBezTo>
                  <a:pt x="6808" y="23741"/>
                  <a:pt x="6993" y="23808"/>
                  <a:pt x="7181" y="23862"/>
                </a:cubicBezTo>
                <a:cubicBezTo>
                  <a:pt x="7829" y="24041"/>
                  <a:pt x="8495" y="24120"/>
                  <a:pt x="9164" y="24120"/>
                </a:cubicBezTo>
                <a:cubicBezTo>
                  <a:pt x="10950" y="24120"/>
                  <a:pt x="12765" y="23557"/>
                  <a:pt x="14351" y="22830"/>
                </a:cubicBezTo>
                <a:cubicBezTo>
                  <a:pt x="16613" y="21801"/>
                  <a:pt x="18620" y="20272"/>
                  <a:pt x="20405" y="18563"/>
                </a:cubicBezTo>
                <a:cubicBezTo>
                  <a:pt x="24386" y="14751"/>
                  <a:pt x="27256" y="9961"/>
                  <a:pt x="31182" y="6099"/>
                </a:cubicBezTo>
                <a:cubicBezTo>
                  <a:pt x="34276" y="3054"/>
                  <a:pt x="38464" y="333"/>
                  <a:pt x="42930" y="333"/>
                </a:cubicBezTo>
                <a:cubicBezTo>
                  <a:pt x="43451" y="333"/>
                  <a:pt x="43976" y="370"/>
                  <a:pt x="44503" y="448"/>
                </a:cubicBezTo>
                <a:cubicBezTo>
                  <a:pt x="46639" y="760"/>
                  <a:pt x="48718" y="1706"/>
                  <a:pt x="50270" y="3217"/>
                </a:cubicBezTo>
                <a:cubicBezTo>
                  <a:pt x="50690" y="3624"/>
                  <a:pt x="51092" y="4113"/>
                  <a:pt x="51445" y="4649"/>
                </a:cubicBezTo>
                <a:cubicBezTo>
                  <a:pt x="51026" y="4839"/>
                  <a:pt x="50620" y="5066"/>
                  <a:pt x="50242" y="5332"/>
                </a:cubicBezTo>
                <a:cubicBezTo>
                  <a:pt x="48624" y="6473"/>
                  <a:pt x="47087" y="8805"/>
                  <a:pt x="48532" y="10682"/>
                </a:cubicBezTo>
                <a:cubicBezTo>
                  <a:pt x="48957" y="11236"/>
                  <a:pt x="49584" y="11543"/>
                  <a:pt x="50244" y="11543"/>
                </a:cubicBezTo>
                <a:cubicBezTo>
                  <a:pt x="50492" y="11543"/>
                  <a:pt x="50745" y="11500"/>
                  <a:pt x="50994" y="11410"/>
                </a:cubicBezTo>
                <a:cubicBezTo>
                  <a:pt x="51996" y="11050"/>
                  <a:pt x="52658" y="10146"/>
                  <a:pt x="52864" y="9124"/>
                </a:cubicBezTo>
                <a:cubicBezTo>
                  <a:pt x="53154" y="7661"/>
                  <a:pt x="52724" y="6123"/>
                  <a:pt x="51961" y="4818"/>
                </a:cubicBezTo>
                <a:cubicBezTo>
                  <a:pt x="52909" y="4449"/>
                  <a:pt x="53935" y="4254"/>
                  <a:pt x="54908" y="4195"/>
                </a:cubicBezTo>
                <a:cubicBezTo>
                  <a:pt x="55143" y="4181"/>
                  <a:pt x="55376" y="4175"/>
                  <a:pt x="55608" y="4175"/>
                </a:cubicBezTo>
                <a:cubicBezTo>
                  <a:pt x="60297" y="4175"/>
                  <a:pt x="64524" y="6852"/>
                  <a:pt x="69158" y="7300"/>
                </a:cubicBezTo>
                <a:lnTo>
                  <a:pt x="69158" y="6953"/>
                </a:lnTo>
                <a:cubicBezTo>
                  <a:pt x="64860" y="6530"/>
                  <a:pt x="60879" y="4157"/>
                  <a:pt x="56530" y="3855"/>
                </a:cubicBezTo>
                <a:cubicBezTo>
                  <a:pt x="56231" y="3834"/>
                  <a:pt x="55929" y="3824"/>
                  <a:pt x="55626" y="3824"/>
                </a:cubicBezTo>
                <a:cubicBezTo>
                  <a:pt x="54317" y="3824"/>
                  <a:pt x="52985" y="4023"/>
                  <a:pt x="51772" y="4510"/>
                </a:cubicBezTo>
                <a:cubicBezTo>
                  <a:pt x="51514" y="4103"/>
                  <a:pt x="51225" y="3727"/>
                  <a:pt x="50918" y="3385"/>
                </a:cubicBezTo>
                <a:cubicBezTo>
                  <a:pt x="49577" y="1898"/>
                  <a:pt x="47745" y="872"/>
                  <a:pt x="45817" y="360"/>
                </a:cubicBezTo>
                <a:cubicBezTo>
                  <a:pt x="44889" y="115"/>
                  <a:pt x="43944" y="0"/>
                  <a:pt x="42999" y="0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type="title"/>
          </p:nvPr>
        </p:nvSpPr>
        <p:spPr>
          <a:xfrm>
            <a:off x="882325" y="628200"/>
            <a:ext cx="3945900" cy="10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42"/>
          <p:cNvSpPr/>
          <p:nvPr/>
        </p:nvSpPr>
        <p:spPr>
          <a:xfrm rot="3366422">
            <a:off x="7397219" y="870644"/>
            <a:ext cx="2804406" cy="149210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2"/>
          <p:cNvSpPr/>
          <p:nvPr/>
        </p:nvSpPr>
        <p:spPr>
          <a:xfrm rot="6776251">
            <a:off x="1305962" y="2879776"/>
            <a:ext cx="343986" cy="30904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2"/>
          <p:cNvSpPr/>
          <p:nvPr/>
        </p:nvSpPr>
        <p:spPr>
          <a:xfrm rot="-1050510">
            <a:off x="-381985" y="2336723"/>
            <a:ext cx="2804434" cy="149211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2"/>
          <p:cNvSpPr/>
          <p:nvPr/>
        </p:nvSpPr>
        <p:spPr>
          <a:xfrm rot="6776251">
            <a:off x="8329637" y="451701"/>
            <a:ext cx="343986" cy="30904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hasCustomPrompt="1" type="title"/>
          </p:nvPr>
        </p:nvSpPr>
        <p:spPr>
          <a:xfrm>
            <a:off x="1825500" y="1335747"/>
            <a:ext cx="5493000" cy="12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43"/>
          <p:cNvSpPr txBox="1"/>
          <p:nvPr>
            <p:ph idx="1" type="body"/>
          </p:nvPr>
        </p:nvSpPr>
        <p:spPr>
          <a:xfrm flipH="1">
            <a:off x="2309550" y="2769650"/>
            <a:ext cx="4524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0"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1" name="Google Shape;301;p43"/>
          <p:cNvSpPr/>
          <p:nvPr/>
        </p:nvSpPr>
        <p:spPr>
          <a:xfrm rot="-2339450">
            <a:off x="420575" y="291051"/>
            <a:ext cx="343951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6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" name="Google Shape;305;p45"/>
          <p:cNvSpPr txBox="1"/>
          <p:nvPr>
            <p:ph hasCustomPrompt="1" idx="2" type="title"/>
          </p:nvPr>
        </p:nvSpPr>
        <p:spPr>
          <a:xfrm>
            <a:off x="918849" y="1692854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45"/>
          <p:cNvSpPr txBox="1"/>
          <p:nvPr>
            <p:ph idx="1" type="subTitle"/>
          </p:nvPr>
        </p:nvSpPr>
        <p:spPr>
          <a:xfrm>
            <a:off x="1641575" y="1412929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07" name="Google Shape;307;p45"/>
          <p:cNvSpPr txBox="1"/>
          <p:nvPr>
            <p:ph idx="3" type="subTitle"/>
          </p:nvPr>
        </p:nvSpPr>
        <p:spPr>
          <a:xfrm>
            <a:off x="1641575" y="1789144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8" name="Google Shape;308;p45"/>
          <p:cNvSpPr/>
          <p:nvPr/>
        </p:nvSpPr>
        <p:spPr>
          <a:xfrm rot="-4326518">
            <a:off x="5881551" y="4323786"/>
            <a:ext cx="262339" cy="23569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5"/>
          <p:cNvSpPr/>
          <p:nvPr/>
        </p:nvSpPr>
        <p:spPr>
          <a:xfrm rot="-8792909">
            <a:off x="39983" y="3652190"/>
            <a:ext cx="2967549" cy="157890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5"/>
          <p:cNvSpPr/>
          <p:nvPr/>
        </p:nvSpPr>
        <p:spPr>
          <a:xfrm>
            <a:off x="6856876" y="2925802"/>
            <a:ext cx="2967513" cy="157888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5"/>
          <p:cNvSpPr/>
          <p:nvPr/>
        </p:nvSpPr>
        <p:spPr>
          <a:xfrm rot="-4326518">
            <a:off x="339226" y="260636"/>
            <a:ext cx="262339" cy="23569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5"/>
          <p:cNvSpPr txBox="1"/>
          <p:nvPr>
            <p:ph hasCustomPrompt="1" idx="4" type="title"/>
          </p:nvPr>
        </p:nvSpPr>
        <p:spPr>
          <a:xfrm>
            <a:off x="4571999" y="1692854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45"/>
          <p:cNvSpPr txBox="1"/>
          <p:nvPr>
            <p:ph idx="5" type="subTitle"/>
          </p:nvPr>
        </p:nvSpPr>
        <p:spPr>
          <a:xfrm>
            <a:off x="5294725" y="1412929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4" name="Google Shape;314;p45"/>
          <p:cNvSpPr txBox="1"/>
          <p:nvPr>
            <p:ph idx="6" type="subTitle"/>
          </p:nvPr>
        </p:nvSpPr>
        <p:spPr>
          <a:xfrm>
            <a:off x="5294725" y="1789144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5" name="Google Shape;315;p45"/>
          <p:cNvSpPr txBox="1"/>
          <p:nvPr>
            <p:ph hasCustomPrompt="1" idx="7" type="title"/>
          </p:nvPr>
        </p:nvSpPr>
        <p:spPr>
          <a:xfrm>
            <a:off x="918849" y="2851679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6" name="Google Shape;316;p45"/>
          <p:cNvSpPr txBox="1"/>
          <p:nvPr>
            <p:ph idx="8" type="subTitle"/>
          </p:nvPr>
        </p:nvSpPr>
        <p:spPr>
          <a:xfrm>
            <a:off x="1641575" y="2571754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9" type="subTitle"/>
          </p:nvPr>
        </p:nvSpPr>
        <p:spPr>
          <a:xfrm>
            <a:off x="1641575" y="2947969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45"/>
          <p:cNvSpPr txBox="1"/>
          <p:nvPr>
            <p:ph hasCustomPrompt="1" idx="13" type="title"/>
          </p:nvPr>
        </p:nvSpPr>
        <p:spPr>
          <a:xfrm>
            <a:off x="4571999" y="2851679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9" name="Google Shape;319;p45"/>
          <p:cNvSpPr txBox="1"/>
          <p:nvPr>
            <p:ph idx="14" type="subTitle"/>
          </p:nvPr>
        </p:nvSpPr>
        <p:spPr>
          <a:xfrm>
            <a:off x="5294725" y="2571754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0" name="Google Shape;320;p45"/>
          <p:cNvSpPr txBox="1"/>
          <p:nvPr>
            <p:ph idx="15" type="subTitle"/>
          </p:nvPr>
        </p:nvSpPr>
        <p:spPr>
          <a:xfrm>
            <a:off x="5294725" y="2947969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4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type="title"/>
          </p:nvPr>
        </p:nvSpPr>
        <p:spPr>
          <a:xfrm>
            <a:off x="1616400" y="2420675"/>
            <a:ext cx="5911200" cy="7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3" name="Google Shape;323;p46"/>
          <p:cNvSpPr txBox="1"/>
          <p:nvPr>
            <p:ph hasCustomPrompt="1" idx="2" type="title"/>
          </p:nvPr>
        </p:nvSpPr>
        <p:spPr>
          <a:xfrm>
            <a:off x="3892350" y="1513025"/>
            <a:ext cx="13593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2452800" y="3418225"/>
            <a:ext cx="42384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i="0"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6"/>
          <p:cNvSpPr/>
          <p:nvPr/>
        </p:nvSpPr>
        <p:spPr>
          <a:xfrm rot="-9466206">
            <a:off x="2961125" y="1544915"/>
            <a:ext cx="343953" cy="309013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6"/>
          <p:cNvSpPr/>
          <p:nvPr/>
        </p:nvSpPr>
        <p:spPr>
          <a:xfrm rot="-8215282">
            <a:off x="-49521" y="86229"/>
            <a:ext cx="2804328" cy="1492060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29" name="Google Shape;329;p47"/>
          <p:cNvGrpSpPr/>
          <p:nvPr/>
        </p:nvGrpSpPr>
        <p:grpSpPr>
          <a:xfrm rot="1858457">
            <a:off x="-965212" y="2578009"/>
            <a:ext cx="2614815" cy="2948402"/>
            <a:chOff x="-613064" y="2641248"/>
            <a:chExt cx="2802423" cy="3159944"/>
          </a:xfrm>
        </p:grpSpPr>
        <p:sp>
          <p:nvSpPr>
            <p:cNvPr id="330" name="Google Shape;330;p47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7"/>
            <p:cNvSpPr/>
            <p:nvPr/>
          </p:nvSpPr>
          <p:spPr>
            <a:xfrm rot="10800000">
              <a:off x="439160" y="3739935"/>
              <a:ext cx="343967" cy="309026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47"/>
          <p:cNvSpPr/>
          <p:nvPr/>
        </p:nvSpPr>
        <p:spPr>
          <a:xfrm rot="416511">
            <a:off x="7533421" y="476646"/>
            <a:ext cx="2100203" cy="111751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8"/>
          <p:cNvSpPr/>
          <p:nvPr/>
        </p:nvSpPr>
        <p:spPr>
          <a:xfrm rot="3861238">
            <a:off x="-945024" y="3629065"/>
            <a:ext cx="2554492" cy="135913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8"/>
          <p:cNvSpPr/>
          <p:nvPr/>
        </p:nvSpPr>
        <p:spPr>
          <a:xfrm rot="-10476391">
            <a:off x="365692" y="3675952"/>
            <a:ext cx="290553" cy="26103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8"/>
          <p:cNvSpPr/>
          <p:nvPr/>
        </p:nvSpPr>
        <p:spPr>
          <a:xfrm rot="8376068">
            <a:off x="7495468" y="-170962"/>
            <a:ext cx="2554589" cy="135918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7_1_1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0" name="Google Shape;340;p49"/>
          <p:cNvSpPr/>
          <p:nvPr/>
        </p:nvSpPr>
        <p:spPr>
          <a:xfrm rot="4188218">
            <a:off x="-610055" y="796549"/>
            <a:ext cx="2554365" cy="135906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9"/>
          <p:cNvSpPr/>
          <p:nvPr/>
        </p:nvSpPr>
        <p:spPr>
          <a:xfrm rot="-8741144">
            <a:off x="374389" y="1900457"/>
            <a:ext cx="290537" cy="26102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9"/>
          <p:cNvSpPr/>
          <p:nvPr/>
        </p:nvSpPr>
        <p:spPr>
          <a:xfrm rot="2963579">
            <a:off x="5673470" y="4217538"/>
            <a:ext cx="2554336" cy="135905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4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/>
          <p:nvPr>
            <p:ph type="title"/>
          </p:nvPr>
        </p:nvSpPr>
        <p:spPr>
          <a:xfrm>
            <a:off x="1783025" y="2594149"/>
            <a:ext cx="55779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Quicksand"/>
              <a:buNone/>
              <a:defRPr sz="240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345" name="Google Shape;345;p50"/>
          <p:cNvSpPr txBox="1"/>
          <p:nvPr>
            <p:ph idx="2" type="title"/>
          </p:nvPr>
        </p:nvSpPr>
        <p:spPr>
          <a:xfrm>
            <a:off x="3239747" y="3977388"/>
            <a:ext cx="26643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grpSp>
        <p:nvGrpSpPr>
          <p:cNvPr id="346" name="Google Shape;346;p50"/>
          <p:cNvGrpSpPr/>
          <p:nvPr/>
        </p:nvGrpSpPr>
        <p:grpSpPr>
          <a:xfrm rot="10800000">
            <a:off x="6617889" y="-234202"/>
            <a:ext cx="2802423" cy="3159944"/>
            <a:chOff x="-613064" y="2641248"/>
            <a:chExt cx="2802423" cy="3159944"/>
          </a:xfrm>
        </p:grpSpPr>
        <p:sp>
          <p:nvSpPr>
            <p:cNvPr id="347" name="Google Shape;347;p50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0"/>
            <p:cNvSpPr/>
            <p:nvPr/>
          </p:nvSpPr>
          <p:spPr>
            <a:xfrm rot="6776251">
              <a:off x="914712" y="4708301"/>
              <a:ext cx="343986" cy="309044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50"/>
          <p:cNvGrpSpPr/>
          <p:nvPr/>
        </p:nvGrpSpPr>
        <p:grpSpPr>
          <a:xfrm flipH="1" rot="10800000">
            <a:off x="-276311" y="-234202"/>
            <a:ext cx="2802423" cy="3159944"/>
            <a:chOff x="-613064" y="2641248"/>
            <a:chExt cx="2802423" cy="3159944"/>
          </a:xfrm>
        </p:grpSpPr>
        <p:sp>
          <p:nvSpPr>
            <p:cNvPr id="350" name="Google Shape;350;p50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0"/>
            <p:cNvSpPr/>
            <p:nvPr/>
          </p:nvSpPr>
          <p:spPr>
            <a:xfrm rot="6776251">
              <a:off x="914712" y="4708301"/>
              <a:ext cx="343986" cy="309044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5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4" name="Google Shape;354;p51"/>
          <p:cNvSpPr/>
          <p:nvPr/>
        </p:nvSpPr>
        <p:spPr>
          <a:xfrm rot="-8728138">
            <a:off x="8657537" y="4683755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1"/>
          <p:cNvSpPr/>
          <p:nvPr/>
        </p:nvSpPr>
        <p:spPr>
          <a:xfrm rot="1062923">
            <a:off x="7203236" y="3964673"/>
            <a:ext cx="2455061" cy="130611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1"/>
          <p:cNvSpPr/>
          <p:nvPr/>
        </p:nvSpPr>
        <p:spPr>
          <a:xfrm rot="-4500844">
            <a:off x="241987" y="4616669"/>
            <a:ext cx="323243" cy="29038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1"/>
          <p:cNvSpPr txBox="1"/>
          <p:nvPr>
            <p:ph idx="1" type="subTitle"/>
          </p:nvPr>
        </p:nvSpPr>
        <p:spPr>
          <a:xfrm>
            <a:off x="4981100" y="1750000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58" name="Google Shape;358;p51"/>
          <p:cNvSpPr txBox="1"/>
          <p:nvPr>
            <p:ph idx="2" type="subTitle"/>
          </p:nvPr>
        </p:nvSpPr>
        <p:spPr>
          <a:xfrm>
            <a:off x="4981100" y="2099250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1"/>
          <p:cNvSpPr txBox="1"/>
          <p:nvPr>
            <p:ph idx="3" type="subTitle"/>
          </p:nvPr>
        </p:nvSpPr>
        <p:spPr>
          <a:xfrm>
            <a:off x="4981100" y="3298425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0" name="Google Shape;360;p51"/>
          <p:cNvSpPr txBox="1"/>
          <p:nvPr>
            <p:ph idx="4" type="subTitle"/>
          </p:nvPr>
        </p:nvSpPr>
        <p:spPr>
          <a:xfrm>
            <a:off x="4981100" y="3647675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subTitle"/>
          </p:nvPr>
        </p:nvSpPr>
        <p:spPr>
          <a:xfrm>
            <a:off x="1531000" y="1222763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3" name="Google Shape;363;p52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52"/>
          <p:cNvSpPr txBox="1"/>
          <p:nvPr>
            <p:ph idx="2" type="subTitle"/>
          </p:nvPr>
        </p:nvSpPr>
        <p:spPr>
          <a:xfrm>
            <a:off x="1531000" y="1495829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52"/>
          <p:cNvSpPr txBox="1"/>
          <p:nvPr>
            <p:ph idx="3" type="subTitle"/>
          </p:nvPr>
        </p:nvSpPr>
        <p:spPr>
          <a:xfrm>
            <a:off x="1531000" y="3536800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6" name="Google Shape;366;p52"/>
          <p:cNvSpPr txBox="1"/>
          <p:nvPr>
            <p:ph idx="4" type="subTitle"/>
          </p:nvPr>
        </p:nvSpPr>
        <p:spPr>
          <a:xfrm>
            <a:off x="1531000" y="3813015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1531000" y="2379782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1531000" y="2654422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2"/>
          <p:cNvSpPr/>
          <p:nvPr/>
        </p:nvSpPr>
        <p:spPr>
          <a:xfrm rot="-10383505">
            <a:off x="7018557" y="971047"/>
            <a:ext cx="2520344" cy="134105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2"/>
          <p:cNvSpPr/>
          <p:nvPr/>
        </p:nvSpPr>
        <p:spPr>
          <a:xfrm flipH="1" rot="-416511">
            <a:off x="-1013154" y="-673504"/>
            <a:ext cx="2100203" cy="111751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2"/>
          <p:cNvSpPr/>
          <p:nvPr/>
        </p:nvSpPr>
        <p:spPr>
          <a:xfrm flipH="1" rot="10800000">
            <a:off x="8559980" y="1519570"/>
            <a:ext cx="361912" cy="32517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 txBox="1"/>
          <p:nvPr>
            <p:ph idx="1" type="subTitle"/>
          </p:nvPr>
        </p:nvSpPr>
        <p:spPr>
          <a:xfrm>
            <a:off x="1219461" y="1412559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374" name="Google Shape;374;p53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5" name="Google Shape;375;p53"/>
          <p:cNvSpPr txBox="1"/>
          <p:nvPr>
            <p:ph idx="2" type="subTitle"/>
          </p:nvPr>
        </p:nvSpPr>
        <p:spPr>
          <a:xfrm>
            <a:off x="1219451" y="1778253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idx="3" type="subTitle"/>
          </p:nvPr>
        </p:nvSpPr>
        <p:spPr>
          <a:xfrm>
            <a:off x="5044258" y="1412547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377" name="Google Shape;377;p53"/>
          <p:cNvSpPr txBox="1"/>
          <p:nvPr>
            <p:ph idx="4" type="subTitle"/>
          </p:nvPr>
        </p:nvSpPr>
        <p:spPr>
          <a:xfrm>
            <a:off x="5044249" y="1778238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53"/>
          <p:cNvSpPr txBox="1"/>
          <p:nvPr>
            <p:ph idx="5" type="subTitle"/>
          </p:nvPr>
        </p:nvSpPr>
        <p:spPr>
          <a:xfrm>
            <a:off x="5044258" y="3243747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379" name="Google Shape;379;p53"/>
          <p:cNvSpPr txBox="1"/>
          <p:nvPr>
            <p:ph idx="6" type="subTitle"/>
          </p:nvPr>
        </p:nvSpPr>
        <p:spPr>
          <a:xfrm>
            <a:off x="5044249" y="3609438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53"/>
          <p:cNvSpPr/>
          <p:nvPr/>
        </p:nvSpPr>
        <p:spPr>
          <a:xfrm rot="-849422">
            <a:off x="1820922" y="336633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3"/>
          <p:cNvSpPr/>
          <p:nvPr/>
        </p:nvSpPr>
        <p:spPr>
          <a:xfrm rot="6584380">
            <a:off x="541243" y="4463204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3"/>
          <p:cNvSpPr/>
          <p:nvPr/>
        </p:nvSpPr>
        <p:spPr>
          <a:xfrm rot="-849422">
            <a:off x="7295722" y="1273811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1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4"/>
          <p:cNvSpPr txBox="1"/>
          <p:nvPr>
            <p:ph idx="1" type="subTitle"/>
          </p:nvPr>
        </p:nvSpPr>
        <p:spPr>
          <a:xfrm>
            <a:off x="2185803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385" name="Google Shape;385;p54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54"/>
          <p:cNvSpPr txBox="1"/>
          <p:nvPr>
            <p:ph idx="2" type="subTitle"/>
          </p:nvPr>
        </p:nvSpPr>
        <p:spPr>
          <a:xfrm>
            <a:off x="21857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4"/>
          <p:cNvSpPr txBox="1"/>
          <p:nvPr>
            <p:ph idx="3" type="subTitle"/>
          </p:nvPr>
        </p:nvSpPr>
        <p:spPr>
          <a:xfrm>
            <a:off x="6387406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388" name="Google Shape;388;p54"/>
          <p:cNvSpPr txBox="1"/>
          <p:nvPr>
            <p:ph idx="4" type="subTitle"/>
          </p:nvPr>
        </p:nvSpPr>
        <p:spPr>
          <a:xfrm>
            <a:off x="63873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54"/>
          <p:cNvSpPr txBox="1"/>
          <p:nvPr>
            <p:ph idx="5" type="subTitle"/>
          </p:nvPr>
        </p:nvSpPr>
        <p:spPr>
          <a:xfrm>
            <a:off x="4286601" y="3431667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390" name="Google Shape;390;p54"/>
          <p:cNvSpPr txBox="1"/>
          <p:nvPr>
            <p:ph idx="6" type="subTitle"/>
          </p:nvPr>
        </p:nvSpPr>
        <p:spPr>
          <a:xfrm>
            <a:off x="4286599" y="3797350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4"/>
          <p:cNvSpPr/>
          <p:nvPr/>
        </p:nvSpPr>
        <p:spPr>
          <a:xfrm rot="-9859298">
            <a:off x="-1014915" y="3994999"/>
            <a:ext cx="2804229" cy="14920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4"/>
          <p:cNvSpPr/>
          <p:nvPr/>
        </p:nvSpPr>
        <p:spPr>
          <a:xfrm rot="-6805797">
            <a:off x="7202721" y="4287417"/>
            <a:ext cx="2804191" cy="149198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4"/>
          <p:cNvSpPr/>
          <p:nvPr/>
        </p:nvSpPr>
        <p:spPr>
          <a:xfrm rot="6584380">
            <a:off x="8606743" y="4586492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5"/>
          <p:cNvSpPr txBox="1"/>
          <p:nvPr>
            <p:ph idx="1" type="subTitle"/>
          </p:nvPr>
        </p:nvSpPr>
        <p:spPr>
          <a:xfrm>
            <a:off x="1265434" y="3066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396" name="Google Shape;396;p55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55"/>
          <p:cNvSpPr txBox="1"/>
          <p:nvPr>
            <p:ph idx="2" type="subTitle"/>
          </p:nvPr>
        </p:nvSpPr>
        <p:spPr>
          <a:xfrm>
            <a:off x="716734" y="3432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55"/>
          <p:cNvSpPr txBox="1"/>
          <p:nvPr>
            <p:ph idx="3" type="subTitle"/>
          </p:nvPr>
        </p:nvSpPr>
        <p:spPr>
          <a:xfrm>
            <a:off x="3941100" y="2304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399" name="Google Shape;399;p55"/>
          <p:cNvSpPr txBox="1"/>
          <p:nvPr>
            <p:ph idx="4" type="subTitle"/>
          </p:nvPr>
        </p:nvSpPr>
        <p:spPr>
          <a:xfrm>
            <a:off x="3392400" y="2670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5"/>
          <p:cNvSpPr txBox="1"/>
          <p:nvPr>
            <p:ph idx="5" type="subTitle"/>
          </p:nvPr>
        </p:nvSpPr>
        <p:spPr>
          <a:xfrm>
            <a:off x="6616766" y="3066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01" name="Google Shape;401;p55"/>
          <p:cNvSpPr txBox="1"/>
          <p:nvPr>
            <p:ph idx="6" type="subTitle"/>
          </p:nvPr>
        </p:nvSpPr>
        <p:spPr>
          <a:xfrm>
            <a:off x="6068066" y="3432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55"/>
          <p:cNvSpPr/>
          <p:nvPr/>
        </p:nvSpPr>
        <p:spPr>
          <a:xfrm rot="-849422">
            <a:off x="-316003" y="156898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5"/>
          <p:cNvSpPr/>
          <p:nvPr/>
        </p:nvSpPr>
        <p:spPr>
          <a:xfrm rot="6584380">
            <a:off x="4442343" y="4463217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5"/>
          <p:cNvSpPr/>
          <p:nvPr/>
        </p:nvSpPr>
        <p:spPr>
          <a:xfrm flipH="1" rot="849422">
            <a:off x="6763647" y="156898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3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6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56"/>
          <p:cNvSpPr txBox="1"/>
          <p:nvPr>
            <p:ph idx="1" type="subTitle"/>
          </p:nvPr>
        </p:nvSpPr>
        <p:spPr>
          <a:xfrm>
            <a:off x="1992469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08" name="Google Shape;408;p56"/>
          <p:cNvSpPr txBox="1"/>
          <p:nvPr>
            <p:ph idx="2" type="subTitle"/>
          </p:nvPr>
        </p:nvSpPr>
        <p:spPr>
          <a:xfrm>
            <a:off x="1992469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56"/>
          <p:cNvSpPr txBox="1"/>
          <p:nvPr>
            <p:ph idx="3" type="subTitle"/>
          </p:nvPr>
        </p:nvSpPr>
        <p:spPr>
          <a:xfrm>
            <a:off x="5468870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10" name="Google Shape;410;p56"/>
          <p:cNvSpPr txBox="1"/>
          <p:nvPr>
            <p:ph idx="4" type="subTitle"/>
          </p:nvPr>
        </p:nvSpPr>
        <p:spPr>
          <a:xfrm>
            <a:off x="5468870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56"/>
          <p:cNvSpPr txBox="1"/>
          <p:nvPr>
            <p:ph idx="5" type="subTitle"/>
          </p:nvPr>
        </p:nvSpPr>
        <p:spPr>
          <a:xfrm>
            <a:off x="1992469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12" name="Google Shape;412;p56"/>
          <p:cNvSpPr txBox="1"/>
          <p:nvPr>
            <p:ph idx="6" type="subTitle"/>
          </p:nvPr>
        </p:nvSpPr>
        <p:spPr>
          <a:xfrm>
            <a:off x="1992469" y="3621778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6"/>
          <p:cNvSpPr txBox="1"/>
          <p:nvPr>
            <p:ph idx="7" type="subTitle"/>
          </p:nvPr>
        </p:nvSpPr>
        <p:spPr>
          <a:xfrm>
            <a:off x="5468870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14" name="Google Shape;414;p56"/>
          <p:cNvSpPr txBox="1"/>
          <p:nvPr>
            <p:ph idx="8" type="subTitle"/>
          </p:nvPr>
        </p:nvSpPr>
        <p:spPr>
          <a:xfrm>
            <a:off x="5468870" y="3623926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56"/>
          <p:cNvSpPr/>
          <p:nvPr/>
        </p:nvSpPr>
        <p:spPr>
          <a:xfrm rot="5040266">
            <a:off x="511268" y="3558760"/>
            <a:ext cx="368967" cy="331487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6"/>
          <p:cNvSpPr/>
          <p:nvPr/>
        </p:nvSpPr>
        <p:spPr>
          <a:xfrm flipH="1" rot="1702846">
            <a:off x="-1217185" y="2707299"/>
            <a:ext cx="2804485" cy="14921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6"/>
          <p:cNvSpPr/>
          <p:nvPr/>
        </p:nvSpPr>
        <p:spPr>
          <a:xfrm flipH="1" rot="1702846">
            <a:off x="7357803" y="3673374"/>
            <a:ext cx="2804485" cy="14921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6"/>
          <p:cNvSpPr/>
          <p:nvPr/>
        </p:nvSpPr>
        <p:spPr>
          <a:xfrm rot="5040266">
            <a:off x="8253468" y="4579385"/>
            <a:ext cx="368967" cy="331487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8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7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1" name="Google Shape;421;p57"/>
          <p:cNvSpPr txBox="1"/>
          <p:nvPr>
            <p:ph idx="1" type="subTitle"/>
          </p:nvPr>
        </p:nvSpPr>
        <p:spPr>
          <a:xfrm>
            <a:off x="1142462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22" name="Google Shape;422;p57"/>
          <p:cNvSpPr txBox="1"/>
          <p:nvPr>
            <p:ph idx="2" type="subTitle"/>
          </p:nvPr>
        </p:nvSpPr>
        <p:spPr>
          <a:xfrm>
            <a:off x="731012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57"/>
          <p:cNvSpPr txBox="1"/>
          <p:nvPr>
            <p:ph idx="3" type="subTitle"/>
          </p:nvPr>
        </p:nvSpPr>
        <p:spPr>
          <a:xfrm>
            <a:off x="3950250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24" name="Google Shape;424;p57"/>
          <p:cNvSpPr txBox="1"/>
          <p:nvPr>
            <p:ph idx="4" type="subTitle"/>
          </p:nvPr>
        </p:nvSpPr>
        <p:spPr>
          <a:xfrm>
            <a:off x="3538800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57"/>
          <p:cNvSpPr txBox="1"/>
          <p:nvPr>
            <p:ph idx="5" type="subTitle"/>
          </p:nvPr>
        </p:nvSpPr>
        <p:spPr>
          <a:xfrm>
            <a:off x="6758038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26" name="Google Shape;426;p57"/>
          <p:cNvSpPr txBox="1"/>
          <p:nvPr>
            <p:ph idx="6" type="subTitle"/>
          </p:nvPr>
        </p:nvSpPr>
        <p:spPr>
          <a:xfrm>
            <a:off x="6346588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57"/>
          <p:cNvSpPr txBox="1"/>
          <p:nvPr>
            <p:ph idx="7" type="subTitle"/>
          </p:nvPr>
        </p:nvSpPr>
        <p:spPr>
          <a:xfrm>
            <a:off x="1142462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28" name="Google Shape;428;p57"/>
          <p:cNvSpPr txBox="1"/>
          <p:nvPr>
            <p:ph idx="8" type="subTitle"/>
          </p:nvPr>
        </p:nvSpPr>
        <p:spPr>
          <a:xfrm>
            <a:off x="731012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57"/>
          <p:cNvSpPr txBox="1"/>
          <p:nvPr>
            <p:ph idx="9" type="subTitle"/>
          </p:nvPr>
        </p:nvSpPr>
        <p:spPr>
          <a:xfrm>
            <a:off x="3950250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30" name="Google Shape;430;p57"/>
          <p:cNvSpPr txBox="1"/>
          <p:nvPr>
            <p:ph idx="13" type="subTitle"/>
          </p:nvPr>
        </p:nvSpPr>
        <p:spPr>
          <a:xfrm>
            <a:off x="3538800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7"/>
          <p:cNvSpPr txBox="1"/>
          <p:nvPr>
            <p:ph idx="14" type="subTitle"/>
          </p:nvPr>
        </p:nvSpPr>
        <p:spPr>
          <a:xfrm>
            <a:off x="6758038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432" name="Google Shape;432;p57"/>
          <p:cNvSpPr txBox="1"/>
          <p:nvPr>
            <p:ph idx="15" type="subTitle"/>
          </p:nvPr>
        </p:nvSpPr>
        <p:spPr>
          <a:xfrm>
            <a:off x="6346588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57"/>
          <p:cNvSpPr/>
          <p:nvPr/>
        </p:nvSpPr>
        <p:spPr>
          <a:xfrm rot="9313262">
            <a:off x="7765343" y="3386195"/>
            <a:ext cx="2638742" cy="140395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7"/>
          <p:cNvSpPr/>
          <p:nvPr/>
        </p:nvSpPr>
        <p:spPr>
          <a:xfrm rot="-6681293">
            <a:off x="8549300" y="3180570"/>
            <a:ext cx="251296" cy="22576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7"/>
          <p:cNvSpPr/>
          <p:nvPr/>
        </p:nvSpPr>
        <p:spPr>
          <a:xfrm rot="9313262">
            <a:off x="-1523057" y="766945"/>
            <a:ext cx="2638742" cy="140395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7"/>
          <p:cNvSpPr/>
          <p:nvPr/>
        </p:nvSpPr>
        <p:spPr>
          <a:xfrm rot="-8460514">
            <a:off x="206671" y="1050615"/>
            <a:ext cx="251299" cy="22577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5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8"/>
          <p:cNvSpPr txBox="1"/>
          <p:nvPr>
            <p:ph hasCustomPrompt="1" type="title"/>
          </p:nvPr>
        </p:nvSpPr>
        <p:spPr>
          <a:xfrm>
            <a:off x="4865136" y="76039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9" name="Google Shape;439;p58"/>
          <p:cNvSpPr txBox="1"/>
          <p:nvPr>
            <p:ph idx="1" type="subTitle"/>
          </p:nvPr>
        </p:nvSpPr>
        <p:spPr>
          <a:xfrm>
            <a:off x="4590186" y="1330584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8"/>
          <p:cNvSpPr txBox="1"/>
          <p:nvPr>
            <p:ph hasCustomPrompt="1" idx="2" type="title"/>
          </p:nvPr>
        </p:nvSpPr>
        <p:spPr>
          <a:xfrm>
            <a:off x="4865136" y="352504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1" name="Google Shape;441;p58"/>
          <p:cNvSpPr txBox="1"/>
          <p:nvPr>
            <p:ph idx="3" type="subTitle"/>
          </p:nvPr>
        </p:nvSpPr>
        <p:spPr>
          <a:xfrm>
            <a:off x="4590186" y="4093620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58"/>
          <p:cNvSpPr txBox="1"/>
          <p:nvPr>
            <p:ph hasCustomPrompt="1" idx="4" type="title"/>
          </p:nvPr>
        </p:nvSpPr>
        <p:spPr>
          <a:xfrm>
            <a:off x="4865136" y="2182624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3" name="Google Shape;443;p58"/>
          <p:cNvSpPr txBox="1"/>
          <p:nvPr>
            <p:ph idx="5" type="subTitle"/>
          </p:nvPr>
        </p:nvSpPr>
        <p:spPr>
          <a:xfrm>
            <a:off x="4590186" y="2712102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8"/>
          <p:cNvSpPr/>
          <p:nvPr/>
        </p:nvSpPr>
        <p:spPr>
          <a:xfrm rot="1083484">
            <a:off x="4143886" y="-672291"/>
            <a:ext cx="2804234" cy="149201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0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9"/>
          <p:cNvSpPr txBox="1"/>
          <p:nvPr>
            <p:ph type="title"/>
          </p:nvPr>
        </p:nvSpPr>
        <p:spPr>
          <a:xfrm>
            <a:off x="717150" y="539500"/>
            <a:ext cx="48312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7" name="Google Shape;447;p59"/>
          <p:cNvSpPr txBox="1"/>
          <p:nvPr>
            <p:ph idx="1" type="body"/>
          </p:nvPr>
        </p:nvSpPr>
        <p:spPr>
          <a:xfrm>
            <a:off x="1203450" y="1866625"/>
            <a:ext cx="3858600" cy="81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8" name="Google Shape;448;p59"/>
          <p:cNvSpPr/>
          <p:nvPr/>
        </p:nvSpPr>
        <p:spPr>
          <a:xfrm rot="2210463">
            <a:off x="99465" y="2875936"/>
            <a:ext cx="2804152" cy="149196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9"/>
          <p:cNvSpPr/>
          <p:nvPr/>
        </p:nvSpPr>
        <p:spPr>
          <a:xfrm rot="2937724">
            <a:off x="8511908" y="1198766"/>
            <a:ext cx="2804104" cy="149194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0_1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0"/>
          <p:cNvSpPr/>
          <p:nvPr/>
        </p:nvSpPr>
        <p:spPr>
          <a:xfrm rot="2937724">
            <a:off x="8606708" y="4501991"/>
            <a:ext cx="2804104" cy="149194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60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3" name="Google Shape;453;p60"/>
          <p:cNvSpPr/>
          <p:nvPr/>
        </p:nvSpPr>
        <p:spPr>
          <a:xfrm rot="4039828">
            <a:off x="-1917489" y="1497758"/>
            <a:ext cx="2804067" cy="149192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0"/>
          <p:cNvSpPr txBox="1"/>
          <p:nvPr>
            <p:ph idx="1" type="subTitle"/>
          </p:nvPr>
        </p:nvSpPr>
        <p:spPr>
          <a:xfrm>
            <a:off x="713225" y="1105625"/>
            <a:ext cx="76638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0_1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1"/>
          <p:cNvSpPr txBox="1"/>
          <p:nvPr>
            <p:ph type="title"/>
          </p:nvPr>
        </p:nvSpPr>
        <p:spPr>
          <a:xfrm>
            <a:off x="1938750" y="1373826"/>
            <a:ext cx="5266500" cy="17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1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7" name="Google Shape;457;p61"/>
          <p:cNvSpPr txBox="1"/>
          <p:nvPr>
            <p:ph idx="1" type="subTitle"/>
          </p:nvPr>
        </p:nvSpPr>
        <p:spPr>
          <a:xfrm>
            <a:off x="2300400" y="3190893"/>
            <a:ext cx="4543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61"/>
          <p:cNvSpPr/>
          <p:nvPr/>
        </p:nvSpPr>
        <p:spPr>
          <a:xfrm rot="-10383505">
            <a:off x="8080157" y="1973197"/>
            <a:ext cx="2520344" cy="134105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61"/>
          <p:cNvSpPr/>
          <p:nvPr/>
        </p:nvSpPr>
        <p:spPr>
          <a:xfrm rot="8570839">
            <a:off x="-885062" y="3730423"/>
            <a:ext cx="2520391" cy="13410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0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2"/>
          <p:cNvSpPr txBox="1"/>
          <p:nvPr>
            <p:ph type="ctrTitle"/>
          </p:nvPr>
        </p:nvSpPr>
        <p:spPr>
          <a:xfrm>
            <a:off x="2938725" y="995583"/>
            <a:ext cx="3163800" cy="75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2" name="Google Shape;462;p62"/>
          <p:cNvSpPr txBox="1"/>
          <p:nvPr/>
        </p:nvSpPr>
        <p:spPr>
          <a:xfrm>
            <a:off x="2089600" y="4124425"/>
            <a:ext cx="4965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4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CREDITS: 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This presentation template was created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Slidesgo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Flaticon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 and infographics &amp; images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Freepik</a:t>
            </a:r>
            <a:endParaRPr sz="1050">
              <a:solidFill>
                <a:schemeClr val="accent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63" name="Google Shape;463;p62"/>
          <p:cNvSpPr txBox="1"/>
          <p:nvPr>
            <p:ph idx="1" type="subTitle"/>
          </p:nvPr>
        </p:nvSpPr>
        <p:spPr>
          <a:xfrm>
            <a:off x="2990100" y="2704300"/>
            <a:ext cx="3163800" cy="8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64" name="Google Shape;464;p62"/>
          <p:cNvSpPr/>
          <p:nvPr/>
        </p:nvSpPr>
        <p:spPr>
          <a:xfrm>
            <a:off x="541230" y="3849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1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3"/>
          <p:cNvSpPr/>
          <p:nvPr/>
        </p:nvSpPr>
        <p:spPr>
          <a:xfrm>
            <a:off x="6742317" y="867444"/>
            <a:ext cx="243" cy="122"/>
          </a:xfrm>
          <a:custGeom>
            <a:rect b="b" l="l" r="r" t="t"/>
            <a:pathLst>
              <a:path extrusionOk="0" h="1" w="2">
                <a:moveTo>
                  <a:pt x="1" y="0"/>
                </a:moveTo>
                <a:cubicBezTo>
                  <a:pt x="0" y="0"/>
                  <a:pt x="0" y="0"/>
                  <a:pt x="0" y="1"/>
                </a:cubicBezTo>
                <a:lnTo>
                  <a:pt x="2" y="1"/>
                </a:lnTo>
                <a:cubicBezTo>
                  <a:pt x="2" y="1"/>
                  <a:pt x="1" y="0"/>
                  <a:pt x="1" y="0"/>
                </a:cubicBezTo>
                <a:close/>
              </a:path>
            </a:pathLst>
          </a:custGeom>
          <a:solidFill>
            <a:srgbClr val="E4EE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3"/>
          <p:cNvSpPr/>
          <p:nvPr/>
        </p:nvSpPr>
        <p:spPr>
          <a:xfrm>
            <a:off x="6742317" y="863673"/>
            <a:ext cx="6933" cy="3892"/>
          </a:xfrm>
          <a:custGeom>
            <a:rect b="b" l="l" r="r" t="t"/>
            <a:pathLst>
              <a:path extrusionOk="0" h="32" w="57">
                <a:moveTo>
                  <a:pt x="57" y="1"/>
                </a:moveTo>
                <a:lnTo>
                  <a:pt x="57" y="1"/>
                </a:lnTo>
                <a:cubicBezTo>
                  <a:pt x="38" y="15"/>
                  <a:pt x="20" y="28"/>
                  <a:pt x="0" y="32"/>
                </a:cubicBezTo>
                <a:lnTo>
                  <a:pt x="2" y="32"/>
                </a:lnTo>
                <a:cubicBezTo>
                  <a:pt x="4" y="31"/>
                  <a:pt x="6" y="31"/>
                  <a:pt x="9" y="31"/>
                </a:cubicBezTo>
                <a:cubicBezTo>
                  <a:pt x="11" y="31"/>
                  <a:pt x="14" y="31"/>
                  <a:pt x="16" y="30"/>
                </a:cubicBezTo>
                <a:cubicBezTo>
                  <a:pt x="30" y="25"/>
                  <a:pt x="44" y="11"/>
                  <a:pt x="57" y="1"/>
                </a:cubicBezTo>
                <a:close/>
              </a:path>
            </a:pathLst>
          </a:custGeom>
          <a:solidFill>
            <a:srgbClr val="007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3"/>
          <p:cNvSpPr/>
          <p:nvPr/>
        </p:nvSpPr>
        <p:spPr>
          <a:xfrm>
            <a:off x="6752535" y="846765"/>
            <a:ext cx="9366" cy="14718"/>
          </a:xfrm>
          <a:custGeom>
            <a:rect b="b" l="l" r="r" t="t"/>
            <a:pathLst>
              <a:path extrusionOk="0" h="121" w="77">
                <a:moveTo>
                  <a:pt x="77" y="1"/>
                </a:moveTo>
                <a:cubicBezTo>
                  <a:pt x="53" y="53"/>
                  <a:pt x="27" y="92"/>
                  <a:pt x="1" y="120"/>
                </a:cubicBezTo>
                <a:cubicBezTo>
                  <a:pt x="27" y="92"/>
                  <a:pt x="53" y="53"/>
                  <a:pt x="77" y="1"/>
                </a:cubicBezTo>
                <a:close/>
              </a:path>
            </a:pathLst>
          </a:custGeom>
          <a:solidFill>
            <a:srgbClr val="007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3"/>
          <p:cNvSpPr/>
          <p:nvPr/>
        </p:nvSpPr>
        <p:spPr>
          <a:xfrm>
            <a:off x="713225" y="-268377"/>
            <a:ext cx="2666274" cy="14186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3"/>
          <p:cNvSpPr/>
          <p:nvPr/>
        </p:nvSpPr>
        <p:spPr>
          <a:xfrm>
            <a:off x="1035780" y="286400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3"/>
          <p:cNvSpPr/>
          <p:nvPr/>
        </p:nvSpPr>
        <p:spPr>
          <a:xfrm rot="3362447">
            <a:off x="6176626" y="3943336"/>
            <a:ext cx="2967509" cy="157888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3"/>
          <p:cNvSpPr/>
          <p:nvPr/>
        </p:nvSpPr>
        <p:spPr>
          <a:xfrm rot="1083878">
            <a:off x="7292518" y="3912010"/>
            <a:ext cx="344002" cy="309058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4"/>
          <p:cNvSpPr/>
          <p:nvPr/>
        </p:nvSpPr>
        <p:spPr>
          <a:xfrm>
            <a:off x="5703026" y="2151602"/>
            <a:ext cx="4635090" cy="246612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4"/>
          <p:cNvSpPr/>
          <p:nvPr/>
        </p:nvSpPr>
        <p:spPr>
          <a:xfrm>
            <a:off x="8012976" y="4155801"/>
            <a:ext cx="418920" cy="376366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4"/>
          <p:cNvSpPr/>
          <p:nvPr/>
        </p:nvSpPr>
        <p:spPr>
          <a:xfrm>
            <a:off x="-2885074" y="4049427"/>
            <a:ext cx="4635090" cy="246612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Numbers and text (g3e220e2bccb_115_0)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hasCustomPrompt="1" type="title"/>
          </p:nvPr>
        </p:nvSpPr>
        <p:spPr>
          <a:xfrm>
            <a:off x="4865136" y="76039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9" name="Google Shape;479;p65"/>
          <p:cNvSpPr txBox="1"/>
          <p:nvPr>
            <p:ph idx="1" type="subTitle"/>
          </p:nvPr>
        </p:nvSpPr>
        <p:spPr>
          <a:xfrm>
            <a:off x="4590186" y="1330584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65"/>
          <p:cNvSpPr txBox="1"/>
          <p:nvPr>
            <p:ph hasCustomPrompt="1" idx="2" type="title"/>
          </p:nvPr>
        </p:nvSpPr>
        <p:spPr>
          <a:xfrm>
            <a:off x="4865136" y="352504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1" name="Google Shape;481;p65"/>
          <p:cNvSpPr txBox="1"/>
          <p:nvPr>
            <p:ph idx="3" type="subTitle"/>
          </p:nvPr>
        </p:nvSpPr>
        <p:spPr>
          <a:xfrm>
            <a:off x="4590186" y="4093620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65"/>
          <p:cNvSpPr txBox="1"/>
          <p:nvPr>
            <p:ph hasCustomPrompt="1" idx="4" type="title"/>
          </p:nvPr>
        </p:nvSpPr>
        <p:spPr>
          <a:xfrm>
            <a:off x="4865136" y="2182624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3" name="Google Shape;483;p65"/>
          <p:cNvSpPr txBox="1"/>
          <p:nvPr>
            <p:ph idx="5" type="subTitle"/>
          </p:nvPr>
        </p:nvSpPr>
        <p:spPr>
          <a:xfrm>
            <a:off x="4590186" y="2712102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 1">
  <p:cSld name="Title only 2 (g3e220e2bccb_89_0)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6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(g3e220e2bccb_81_0)">
  <p:cSld name="Big number (g3e220e2bccb_81_0)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7"/>
          <p:cNvSpPr txBox="1"/>
          <p:nvPr>
            <p:ph hasCustomPrompt="1" type="title"/>
          </p:nvPr>
        </p:nvSpPr>
        <p:spPr>
          <a:xfrm>
            <a:off x="1825500" y="1335747"/>
            <a:ext cx="5493000" cy="12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8" name="Google Shape;488;p67"/>
          <p:cNvSpPr txBox="1"/>
          <p:nvPr>
            <p:ph idx="1" type="body"/>
          </p:nvPr>
        </p:nvSpPr>
        <p:spPr>
          <a:xfrm flipH="1">
            <a:off x="2309550" y="2769650"/>
            <a:ext cx="4524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0"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 1 1">
  <p:cSld name="Title only 2 (g3e220e2bccb_57_0)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8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Title and three columns (g3e220e2bccb_42_0)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9"/>
          <p:cNvSpPr txBox="1"/>
          <p:nvPr>
            <p:ph idx="1" type="subTitle"/>
          </p:nvPr>
        </p:nvSpPr>
        <p:spPr>
          <a:xfrm>
            <a:off x="1531000" y="1222763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3" name="Google Shape;493;p69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p69"/>
          <p:cNvSpPr txBox="1"/>
          <p:nvPr>
            <p:ph idx="2" type="subTitle"/>
          </p:nvPr>
        </p:nvSpPr>
        <p:spPr>
          <a:xfrm>
            <a:off x="1531000" y="1495829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69"/>
          <p:cNvSpPr txBox="1"/>
          <p:nvPr>
            <p:ph idx="3" type="subTitle"/>
          </p:nvPr>
        </p:nvSpPr>
        <p:spPr>
          <a:xfrm>
            <a:off x="1531000" y="3536800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6" name="Google Shape;496;p69"/>
          <p:cNvSpPr txBox="1"/>
          <p:nvPr>
            <p:ph idx="4" type="subTitle"/>
          </p:nvPr>
        </p:nvSpPr>
        <p:spPr>
          <a:xfrm>
            <a:off x="1531000" y="3813015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69"/>
          <p:cNvSpPr txBox="1"/>
          <p:nvPr>
            <p:ph idx="5" type="subTitle"/>
          </p:nvPr>
        </p:nvSpPr>
        <p:spPr>
          <a:xfrm>
            <a:off x="1531000" y="2379782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8" name="Google Shape;498;p69"/>
          <p:cNvSpPr txBox="1"/>
          <p:nvPr>
            <p:ph idx="6" type="subTitle"/>
          </p:nvPr>
        </p:nvSpPr>
        <p:spPr>
          <a:xfrm>
            <a:off x="1531000" y="2654422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 and four columns (g3e220e2bccb_27_0)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0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1" name="Google Shape;501;p70"/>
          <p:cNvSpPr txBox="1"/>
          <p:nvPr>
            <p:ph idx="1" type="subTitle"/>
          </p:nvPr>
        </p:nvSpPr>
        <p:spPr>
          <a:xfrm>
            <a:off x="1992469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502" name="Google Shape;502;p70"/>
          <p:cNvSpPr txBox="1"/>
          <p:nvPr>
            <p:ph idx="2" type="subTitle"/>
          </p:nvPr>
        </p:nvSpPr>
        <p:spPr>
          <a:xfrm>
            <a:off x="1992469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70"/>
          <p:cNvSpPr txBox="1"/>
          <p:nvPr>
            <p:ph idx="3" type="subTitle"/>
          </p:nvPr>
        </p:nvSpPr>
        <p:spPr>
          <a:xfrm>
            <a:off x="5468870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504" name="Google Shape;504;p70"/>
          <p:cNvSpPr txBox="1"/>
          <p:nvPr>
            <p:ph idx="4" type="subTitle"/>
          </p:nvPr>
        </p:nvSpPr>
        <p:spPr>
          <a:xfrm>
            <a:off x="5468870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70"/>
          <p:cNvSpPr txBox="1"/>
          <p:nvPr>
            <p:ph idx="5" type="subTitle"/>
          </p:nvPr>
        </p:nvSpPr>
        <p:spPr>
          <a:xfrm>
            <a:off x="1992469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506" name="Google Shape;506;p70"/>
          <p:cNvSpPr txBox="1"/>
          <p:nvPr>
            <p:ph idx="6" type="subTitle"/>
          </p:nvPr>
        </p:nvSpPr>
        <p:spPr>
          <a:xfrm>
            <a:off x="1992469" y="3621778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70"/>
          <p:cNvSpPr txBox="1"/>
          <p:nvPr>
            <p:ph idx="7" type="subTitle"/>
          </p:nvPr>
        </p:nvSpPr>
        <p:spPr>
          <a:xfrm>
            <a:off x="5468870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508" name="Google Shape;508;p70"/>
          <p:cNvSpPr txBox="1"/>
          <p:nvPr>
            <p:ph idx="8" type="subTitle"/>
          </p:nvPr>
        </p:nvSpPr>
        <p:spPr>
          <a:xfrm>
            <a:off x="5468870" y="3623926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 only 1 (g3e220e2bccb_19_0)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1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 1">
  <p:cSld name="Title only 3 (g3e220e2bccb_12_0)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2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4"/>
          <p:cNvSpPr txBox="1"/>
          <p:nvPr/>
        </p:nvSpPr>
        <p:spPr>
          <a:xfrm>
            <a:off x="1554450" y="1647095"/>
            <a:ext cx="6035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687F96"/>
              </a:solidFill>
              <a:latin typeface="Martel ExtraBold"/>
              <a:ea typeface="Martel ExtraBold"/>
              <a:cs typeface="Martel ExtraBold"/>
              <a:sym typeface="Martel ExtraBold"/>
            </a:endParaRPr>
          </a:p>
        </p:txBody>
      </p:sp>
      <p:sp>
        <p:nvSpPr>
          <p:cNvPr id="518" name="Google Shape;518;p74"/>
          <p:cNvSpPr txBox="1"/>
          <p:nvPr/>
        </p:nvSpPr>
        <p:spPr>
          <a:xfrm>
            <a:off x="2606100" y="3252064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19" name="Google Shape;519;p74"/>
          <p:cNvSpPr txBox="1"/>
          <p:nvPr>
            <p:ph type="ctrTitle"/>
          </p:nvPr>
        </p:nvSpPr>
        <p:spPr>
          <a:xfrm>
            <a:off x="1554450" y="1658166"/>
            <a:ext cx="6035100" cy="14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b="0" sz="5000">
                <a:solidFill>
                  <a:schemeClr val="dk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0" name="Google Shape;520;p74"/>
          <p:cNvSpPr txBox="1"/>
          <p:nvPr>
            <p:ph idx="1" type="subTitle"/>
          </p:nvPr>
        </p:nvSpPr>
        <p:spPr>
          <a:xfrm>
            <a:off x="2606100" y="3268187"/>
            <a:ext cx="3931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>
                <a:solidFill>
                  <a:schemeClr val="accent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21" name="Google Shape;521;p74"/>
          <p:cNvSpPr/>
          <p:nvPr/>
        </p:nvSpPr>
        <p:spPr>
          <a:xfrm rot="10589192">
            <a:off x="6131325" y="-225052"/>
            <a:ext cx="2666242" cy="141859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74"/>
          <p:cNvSpPr/>
          <p:nvPr/>
        </p:nvSpPr>
        <p:spPr>
          <a:xfrm>
            <a:off x="7718355" y="7729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74"/>
          <p:cNvSpPr/>
          <p:nvPr/>
        </p:nvSpPr>
        <p:spPr>
          <a:xfrm rot="2278409">
            <a:off x="-25710" y="3742409"/>
            <a:ext cx="2967560" cy="157890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74"/>
          <p:cNvSpPr/>
          <p:nvPr/>
        </p:nvSpPr>
        <p:spPr>
          <a:xfrm>
            <a:off x="893205" y="38046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75"/>
          <p:cNvSpPr txBox="1"/>
          <p:nvPr>
            <p:ph idx="1" type="subTitle"/>
          </p:nvPr>
        </p:nvSpPr>
        <p:spPr>
          <a:xfrm>
            <a:off x="1266623" y="3325125"/>
            <a:ext cx="3940500" cy="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i="0" sz="4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75"/>
          <p:cNvSpPr txBox="1"/>
          <p:nvPr>
            <p:ph hasCustomPrompt="1" type="title"/>
          </p:nvPr>
        </p:nvSpPr>
        <p:spPr>
          <a:xfrm>
            <a:off x="801958" y="2303812"/>
            <a:ext cx="11631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9" name="Google Shape;529;p75"/>
          <p:cNvSpPr txBox="1"/>
          <p:nvPr>
            <p:ph idx="2" type="subTitle"/>
          </p:nvPr>
        </p:nvSpPr>
        <p:spPr>
          <a:xfrm>
            <a:off x="1106350" y="4142500"/>
            <a:ext cx="4277700" cy="3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75"/>
          <p:cNvSpPr/>
          <p:nvPr/>
        </p:nvSpPr>
        <p:spPr>
          <a:xfrm flipH="1" rot="-10022767">
            <a:off x="-227911" y="215271"/>
            <a:ext cx="2516662" cy="1339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75"/>
          <p:cNvSpPr/>
          <p:nvPr/>
        </p:nvSpPr>
        <p:spPr>
          <a:xfrm rot="-849430">
            <a:off x="6877665" y="830733"/>
            <a:ext cx="2549896" cy="135668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75"/>
          <p:cNvSpPr/>
          <p:nvPr/>
        </p:nvSpPr>
        <p:spPr>
          <a:xfrm rot="6584380">
            <a:off x="680493" y="1675229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6"/>
          <p:cNvSpPr txBox="1"/>
          <p:nvPr>
            <p:ph type="title"/>
          </p:nvPr>
        </p:nvSpPr>
        <p:spPr>
          <a:xfrm>
            <a:off x="1381200" y="566050"/>
            <a:ext cx="2114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5" name="Google Shape;535;p76"/>
          <p:cNvSpPr txBox="1"/>
          <p:nvPr>
            <p:ph idx="1" type="body"/>
          </p:nvPr>
        </p:nvSpPr>
        <p:spPr>
          <a:xfrm>
            <a:off x="713225" y="1258950"/>
            <a:ext cx="3602100" cy="101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6" name="Google Shape;536;p76"/>
          <p:cNvSpPr/>
          <p:nvPr/>
        </p:nvSpPr>
        <p:spPr>
          <a:xfrm rot="-849422">
            <a:off x="4940697" y="-899214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76"/>
          <p:cNvSpPr/>
          <p:nvPr/>
        </p:nvSpPr>
        <p:spPr>
          <a:xfrm rot="1716706">
            <a:off x="165846" y="3370797"/>
            <a:ext cx="275623" cy="24760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6"/>
          <p:cNvSpPr/>
          <p:nvPr/>
        </p:nvSpPr>
        <p:spPr>
          <a:xfrm rot="-4034549">
            <a:off x="-688887" y="4504813"/>
            <a:ext cx="2804229" cy="14920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7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1" name="Google Shape;541;p77"/>
          <p:cNvSpPr txBox="1"/>
          <p:nvPr>
            <p:ph idx="1" type="body"/>
          </p:nvPr>
        </p:nvSpPr>
        <p:spPr>
          <a:xfrm>
            <a:off x="4572012" y="1793075"/>
            <a:ext cx="3767700" cy="28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2" name="Google Shape;542;p77"/>
          <p:cNvSpPr txBox="1"/>
          <p:nvPr>
            <p:ph idx="2" type="body"/>
          </p:nvPr>
        </p:nvSpPr>
        <p:spPr>
          <a:xfrm>
            <a:off x="716288" y="1793825"/>
            <a:ext cx="3767700" cy="28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17500" lvl="1" marL="914400" rtl="0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3" name="Google Shape;543;p77"/>
          <p:cNvSpPr txBox="1"/>
          <p:nvPr>
            <p:ph idx="3" type="subTitle"/>
          </p:nvPr>
        </p:nvSpPr>
        <p:spPr>
          <a:xfrm>
            <a:off x="720613" y="1138500"/>
            <a:ext cx="7708800" cy="4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77"/>
          <p:cNvSpPr/>
          <p:nvPr/>
        </p:nvSpPr>
        <p:spPr>
          <a:xfrm rot="-8728138">
            <a:off x="8657537" y="4683755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7"/>
          <p:cNvSpPr/>
          <p:nvPr/>
        </p:nvSpPr>
        <p:spPr>
          <a:xfrm rot="1062923">
            <a:off x="7203236" y="3964673"/>
            <a:ext cx="2455061" cy="130611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8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A45C37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78"/>
          <p:cNvSpPr/>
          <p:nvPr/>
        </p:nvSpPr>
        <p:spPr>
          <a:xfrm rot="-8728138">
            <a:off x="8584637" y="2215330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78"/>
          <p:cNvSpPr/>
          <p:nvPr/>
        </p:nvSpPr>
        <p:spPr>
          <a:xfrm rot="4408259">
            <a:off x="8178516" y="1478771"/>
            <a:ext cx="2455056" cy="130614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9"/>
          <p:cNvSpPr txBox="1"/>
          <p:nvPr>
            <p:ph type="title"/>
          </p:nvPr>
        </p:nvSpPr>
        <p:spPr>
          <a:xfrm>
            <a:off x="713225" y="539500"/>
            <a:ext cx="7711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79"/>
          <p:cNvSpPr txBox="1"/>
          <p:nvPr>
            <p:ph idx="1" type="body"/>
          </p:nvPr>
        </p:nvSpPr>
        <p:spPr>
          <a:xfrm>
            <a:off x="959027" y="1930476"/>
            <a:ext cx="4457100" cy="19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0"/>
          <p:cNvSpPr txBox="1"/>
          <p:nvPr>
            <p:ph type="title"/>
          </p:nvPr>
        </p:nvSpPr>
        <p:spPr>
          <a:xfrm>
            <a:off x="2164900" y="1373150"/>
            <a:ext cx="4814100" cy="23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5" name="Google Shape;555;p80"/>
          <p:cNvSpPr/>
          <p:nvPr/>
        </p:nvSpPr>
        <p:spPr>
          <a:xfrm>
            <a:off x="7178238" y="682325"/>
            <a:ext cx="368969" cy="331488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80"/>
          <p:cNvSpPr/>
          <p:nvPr/>
        </p:nvSpPr>
        <p:spPr>
          <a:xfrm flipH="1" rot="-2105480">
            <a:off x="6374443" y="-39069"/>
            <a:ext cx="2804528" cy="149216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80"/>
          <p:cNvSpPr/>
          <p:nvPr/>
        </p:nvSpPr>
        <p:spPr>
          <a:xfrm rot="1509283">
            <a:off x="1318960" y="3939942"/>
            <a:ext cx="368963" cy="331483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80"/>
          <p:cNvSpPr/>
          <p:nvPr/>
        </p:nvSpPr>
        <p:spPr>
          <a:xfrm flipH="1" rot="-1827964">
            <a:off x="-99067" y="3618406"/>
            <a:ext cx="2804538" cy="149217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1"/>
          <p:cNvSpPr txBox="1"/>
          <p:nvPr>
            <p:ph type="title"/>
          </p:nvPr>
        </p:nvSpPr>
        <p:spPr>
          <a:xfrm>
            <a:off x="713225" y="1956025"/>
            <a:ext cx="2403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561" name="Google Shape;561;p81"/>
          <p:cNvSpPr txBox="1"/>
          <p:nvPr>
            <p:ph idx="1" type="subTitle"/>
          </p:nvPr>
        </p:nvSpPr>
        <p:spPr>
          <a:xfrm>
            <a:off x="713225" y="2694425"/>
            <a:ext cx="3645600" cy="19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81"/>
          <p:cNvSpPr/>
          <p:nvPr/>
        </p:nvSpPr>
        <p:spPr>
          <a:xfrm rot="3310273">
            <a:off x="-30069" y="-54912"/>
            <a:ext cx="2885663" cy="153531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81"/>
          <p:cNvSpPr/>
          <p:nvPr/>
        </p:nvSpPr>
        <p:spPr>
          <a:xfrm>
            <a:off x="7339063" y="3376429"/>
            <a:ext cx="2851039" cy="1099965"/>
          </a:xfrm>
          <a:custGeom>
            <a:rect b="b" l="l" r="r" t="t"/>
            <a:pathLst>
              <a:path extrusionOk="0" h="26682" w="69158">
                <a:moveTo>
                  <a:pt x="51634" y="4950"/>
                </a:moveTo>
                <a:cubicBezTo>
                  <a:pt x="52483" y="6364"/>
                  <a:pt x="52944" y="8070"/>
                  <a:pt x="52371" y="9578"/>
                </a:cubicBezTo>
                <a:cubicBezTo>
                  <a:pt x="52037" y="10454"/>
                  <a:pt x="51141" y="11202"/>
                  <a:pt x="50217" y="11202"/>
                </a:cubicBezTo>
                <a:cubicBezTo>
                  <a:pt x="49899" y="11202"/>
                  <a:pt x="49578" y="11114"/>
                  <a:pt x="49276" y="10912"/>
                </a:cubicBezTo>
                <a:cubicBezTo>
                  <a:pt x="48120" y="10143"/>
                  <a:pt x="48130" y="8563"/>
                  <a:pt x="48733" y="7457"/>
                </a:cubicBezTo>
                <a:cubicBezTo>
                  <a:pt x="49373" y="6288"/>
                  <a:pt x="50431" y="5475"/>
                  <a:pt x="51634" y="4950"/>
                </a:cubicBezTo>
                <a:close/>
                <a:moveTo>
                  <a:pt x="6732" y="16672"/>
                </a:moveTo>
                <a:cubicBezTo>
                  <a:pt x="7001" y="16672"/>
                  <a:pt x="7270" y="16715"/>
                  <a:pt x="7526" y="16811"/>
                </a:cubicBezTo>
                <a:cubicBezTo>
                  <a:pt x="8712" y="17253"/>
                  <a:pt x="9107" y="18685"/>
                  <a:pt x="8884" y="19831"/>
                </a:cubicBezTo>
                <a:cubicBezTo>
                  <a:pt x="8632" y="21115"/>
                  <a:pt x="7710" y="22165"/>
                  <a:pt x="6775" y="23027"/>
                </a:cubicBezTo>
                <a:cubicBezTo>
                  <a:pt x="6699" y="23096"/>
                  <a:pt x="6618" y="23159"/>
                  <a:pt x="6542" y="23226"/>
                </a:cubicBezTo>
                <a:cubicBezTo>
                  <a:pt x="5295" y="22687"/>
                  <a:pt x="4287" y="21721"/>
                  <a:pt x="3951" y="20254"/>
                </a:cubicBezTo>
                <a:cubicBezTo>
                  <a:pt x="3705" y="19190"/>
                  <a:pt x="3992" y="18086"/>
                  <a:pt x="4844" y="17379"/>
                </a:cubicBezTo>
                <a:cubicBezTo>
                  <a:pt x="5361" y="16952"/>
                  <a:pt x="6050" y="16672"/>
                  <a:pt x="6732" y="16672"/>
                </a:cubicBezTo>
                <a:close/>
                <a:moveTo>
                  <a:pt x="42999" y="0"/>
                </a:moveTo>
                <a:cubicBezTo>
                  <a:pt x="41763" y="0"/>
                  <a:pt x="40527" y="196"/>
                  <a:pt x="39329" y="553"/>
                </a:cubicBezTo>
                <a:cubicBezTo>
                  <a:pt x="34413" y="2020"/>
                  <a:pt x="30681" y="5799"/>
                  <a:pt x="27520" y="9660"/>
                </a:cubicBezTo>
                <a:cubicBezTo>
                  <a:pt x="24214" y="13699"/>
                  <a:pt x="21175" y="18121"/>
                  <a:pt x="16772" y="21069"/>
                </a:cubicBezTo>
                <a:cubicBezTo>
                  <a:pt x="14691" y="22462"/>
                  <a:pt x="12251" y="23569"/>
                  <a:pt x="9723" y="23738"/>
                </a:cubicBezTo>
                <a:cubicBezTo>
                  <a:pt x="9560" y="23749"/>
                  <a:pt x="9397" y="23754"/>
                  <a:pt x="9232" y="23754"/>
                </a:cubicBezTo>
                <a:cubicBezTo>
                  <a:pt x="8462" y="23754"/>
                  <a:pt x="7679" y="23634"/>
                  <a:pt x="6954" y="23382"/>
                </a:cubicBezTo>
                <a:cubicBezTo>
                  <a:pt x="7689" y="22725"/>
                  <a:pt x="8327" y="21973"/>
                  <a:pt x="8771" y="21136"/>
                </a:cubicBezTo>
                <a:cubicBezTo>
                  <a:pt x="9286" y="20164"/>
                  <a:pt x="9482" y="19000"/>
                  <a:pt x="9072" y="17953"/>
                </a:cubicBezTo>
                <a:cubicBezTo>
                  <a:pt x="8739" y="17099"/>
                  <a:pt x="8018" y="16473"/>
                  <a:pt x="7101" y="16350"/>
                </a:cubicBezTo>
                <a:cubicBezTo>
                  <a:pt x="6969" y="16333"/>
                  <a:pt x="6837" y="16324"/>
                  <a:pt x="6707" y="16324"/>
                </a:cubicBezTo>
                <a:cubicBezTo>
                  <a:pt x="5102" y="16324"/>
                  <a:pt x="3655" y="17616"/>
                  <a:pt x="3523" y="19232"/>
                </a:cubicBezTo>
                <a:cubicBezTo>
                  <a:pt x="3372" y="21094"/>
                  <a:pt x="4633" y="22694"/>
                  <a:pt x="6233" y="23492"/>
                </a:cubicBezTo>
                <a:cubicBezTo>
                  <a:pt x="4448" y="24955"/>
                  <a:pt x="2277" y="25915"/>
                  <a:pt x="0" y="26329"/>
                </a:cubicBezTo>
                <a:lnTo>
                  <a:pt x="0" y="26681"/>
                </a:lnTo>
                <a:cubicBezTo>
                  <a:pt x="1254" y="26461"/>
                  <a:pt x="2480" y="26076"/>
                  <a:pt x="3635" y="25533"/>
                </a:cubicBezTo>
                <a:cubicBezTo>
                  <a:pt x="4651" y="25061"/>
                  <a:pt x="5701" y="24431"/>
                  <a:pt x="6625" y="23668"/>
                </a:cubicBezTo>
                <a:cubicBezTo>
                  <a:pt x="6808" y="23741"/>
                  <a:pt x="6993" y="23808"/>
                  <a:pt x="7181" y="23862"/>
                </a:cubicBezTo>
                <a:cubicBezTo>
                  <a:pt x="7829" y="24041"/>
                  <a:pt x="8495" y="24120"/>
                  <a:pt x="9164" y="24120"/>
                </a:cubicBezTo>
                <a:cubicBezTo>
                  <a:pt x="10950" y="24120"/>
                  <a:pt x="12765" y="23557"/>
                  <a:pt x="14351" y="22830"/>
                </a:cubicBezTo>
                <a:cubicBezTo>
                  <a:pt x="16613" y="21801"/>
                  <a:pt x="18620" y="20272"/>
                  <a:pt x="20405" y="18563"/>
                </a:cubicBezTo>
                <a:cubicBezTo>
                  <a:pt x="24386" y="14751"/>
                  <a:pt x="27256" y="9961"/>
                  <a:pt x="31182" y="6099"/>
                </a:cubicBezTo>
                <a:cubicBezTo>
                  <a:pt x="34276" y="3054"/>
                  <a:pt x="38464" y="333"/>
                  <a:pt x="42930" y="333"/>
                </a:cubicBezTo>
                <a:cubicBezTo>
                  <a:pt x="43451" y="333"/>
                  <a:pt x="43976" y="370"/>
                  <a:pt x="44503" y="448"/>
                </a:cubicBezTo>
                <a:cubicBezTo>
                  <a:pt x="46639" y="760"/>
                  <a:pt x="48718" y="1706"/>
                  <a:pt x="50270" y="3217"/>
                </a:cubicBezTo>
                <a:cubicBezTo>
                  <a:pt x="50690" y="3624"/>
                  <a:pt x="51092" y="4113"/>
                  <a:pt x="51445" y="4649"/>
                </a:cubicBezTo>
                <a:cubicBezTo>
                  <a:pt x="51026" y="4839"/>
                  <a:pt x="50620" y="5066"/>
                  <a:pt x="50242" y="5332"/>
                </a:cubicBezTo>
                <a:cubicBezTo>
                  <a:pt x="48624" y="6473"/>
                  <a:pt x="47087" y="8805"/>
                  <a:pt x="48532" y="10682"/>
                </a:cubicBezTo>
                <a:cubicBezTo>
                  <a:pt x="48957" y="11236"/>
                  <a:pt x="49584" y="11543"/>
                  <a:pt x="50244" y="11543"/>
                </a:cubicBezTo>
                <a:cubicBezTo>
                  <a:pt x="50492" y="11543"/>
                  <a:pt x="50745" y="11500"/>
                  <a:pt x="50994" y="11410"/>
                </a:cubicBezTo>
                <a:cubicBezTo>
                  <a:pt x="51996" y="11050"/>
                  <a:pt x="52658" y="10146"/>
                  <a:pt x="52864" y="9124"/>
                </a:cubicBezTo>
                <a:cubicBezTo>
                  <a:pt x="53154" y="7661"/>
                  <a:pt x="52724" y="6123"/>
                  <a:pt x="51961" y="4818"/>
                </a:cubicBezTo>
                <a:cubicBezTo>
                  <a:pt x="52909" y="4449"/>
                  <a:pt x="53935" y="4254"/>
                  <a:pt x="54908" y="4195"/>
                </a:cubicBezTo>
                <a:cubicBezTo>
                  <a:pt x="55143" y="4181"/>
                  <a:pt x="55376" y="4175"/>
                  <a:pt x="55608" y="4175"/>
                </a:cubicBezTo>
                <a:cubicBezTo>
                  <a:pt x="60297" y="4175"/>
                  <a:pt x="64524" y="6852"/>
                  <a:pt x="69158" y="7300"/>
                </a:cubicBezTo>
                <a:lnTo>
                  <a:pt x="69158" y="6953"/>
                </a:lnTo>
                <a:cubicBezTo>
                  <a:pt x="64860" y="6530"/>
                  <a:pt x="60879" y="4157"/>
                  <a:pt x="56530" y="3855"/>
                </a:cubicBezTo>
                <a:cubicBezTo>
                  <a:pt x="56231" y="3834"/>
                  <a:pt x="55929" y="3824"/>
                  <a:pt x="55626" y="3824"/>
                </a:cubicBezTo>
                <a:cubicBezTo>
                  <a:pt x="54317" y="3824"/>
                  <a:pt x="52985" y="4023"/>
                  <a:pt x="51772" y="4510"/>
                </a:cubicBezTo>
                <a:cubicBezTo>
                  <a:pt x="51514" y="4103"/>
                  <a:pt x="51225" y="3727"/>
                  <a:pt x="50918" y="3385"/>
                </a:cubicBezTo>
                <a:cubicBezTo>
                  <a:pt x="49577" y="1898"/>
                  <a:pt x="47745" y="872"/>
                  <a:pt x="45817" y="360"/>
                </a:cubicBezTo>
                <a:cubicBezTo>
                  <a:pt x="44889" y="115"/>
                  <a:pt x="43944" y="0"/>
                  <a:pt x="42999" y="0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2"/>
          <p:cNvSpPr txBox="1"/>
          <p:nvPr>
            <p:ph type="title"/>
          </p:nvPr>
        </p:nvSpPr>
        <p:spPr>
          <a:xfrm>
            <a:off x="882325" y="628200"/>
            <a:ext cx="3945900" cy="10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6" name="Google Shape;566;p82"/>
          <p:cNvSpPr/>
          <p:nvPr/>
        </p:nvSpPr>
        <p:spPr>
          <a:xfrm rot="3366422">
            <a:off x="7397219" y="870644"/>
            <a:ext cx="2804406" cy="149210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82"/>
          <p:cNvSpPr/>
          <p:nvPr/>
        </p:nvSpPr>
        <p:spPr>
          <a:xfrm rot="6776251">
            <a:off x="1305962" y="2879776"/>
            <a:ext cx="343986" cy="30904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82"/>
          <p:cNvSpPr/>
          <p:nvPr/>
        </p:nvSpPr>
        <p:spPr>
          <a:xfrm rot="-1050510">
            <a:off x="-381985" y="2336723"/>
            <a:ext cx="2804434" cy="149211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82"/>
          <p:cNvSpPr/>
          <p:nvPr/>
        </p:nvSpPr>
        <p:spPr>
          <a:xfrm rot="6776251">
            <a:off x="8329637" y="451701"/>
            <a:ext cx="343986" cy="30904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3"/>
          <p:cNvSpPr txBox="1"/>
          <p:nvPr>
            <p:ph hasCustomPrompt="1" type="title"/>
          </p:nvPr>
        </p:nvSpPr>
        <p:spPr>
          <a:xfrm>
            <a:off x="1825500" y="1335747"/>
            <a:ext cx="5493000" cy="12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2" name="Google Shape;572;p83"/>
          <p:cNvSpPr txBox="1"/>
          <p:nvPr>
            <p:ph idx="1" type="body"/>
          </p:nvPr>
        </p:nvSpPr>
        <p:spPr>
          <a:xfrm flipH="1">
            <a:off x="2309550" y="2769650"/>
            <a:ext cx="4524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600"/>
            </a:lvl1pPr>
            <a:lvl2pPr indent="-3175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0"/>
            </a:lvl2pPr>
            <a:lvl3pPr indent="-3175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3" name="Google Shape;573;p83"/>
          <p:cNvSpPr/>
          <p:nvPr/>
        </p:nvSpPr>
        <p:spPr>
          <a:xfrm rot="-2339450">
            <a:off x="420575" y="291051"/>
            <a:ext cx="343951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6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5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85"/>
          <p:cNvSpPr txBox="1"/>
          <p:nvPr>
            <p:ph hasCustomPrompt="1" idx="2" type="title"/>
          </p:nvPr>
        </p:nvSpPr>
        <p:spPr>
          <a:xfrm>
            <a:off x="918849" y="1692854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8" name="Google Shape;578;p85"/>
          <p:cNvSpPr txBox="1"/>
          <p:nvPr>
            <p:ph idx="1" type="subTitle"/>
          </p:nvPr>
        </p:nvSpPr>
        <p:spPr>
          <a:xfrm>
            <a:off x="1641575" y="1412929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9" name="Google Shape;579;p85"/>
          <p:cNvSpPr txBox="1"/>
          <p:nvPr>
            <p:ph idx="3" type="subTitle"/>
          </p:nvPr>
        </p:nvSpPr>
        <p:spPr>
          <a:xfrm>
            <a:off x="1641575" y="1789144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0" name="Google Shape;580;p85"/>
          <p:cNvSpPr/>
          <p:nvPr/>
        </p:nvSpPr>
        <p:spPr>
          <a:xfrm rot="-4326518">
            <a:off x="5881551" y="4323786"/>
            <a:ext cx="262339" cy="23569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85"/>
          <p:cNvSpPr/>
          <p:nvPr/>
        </p:nvSpPr>
        <p:spPr>
          <a:xfrm rot="-8792909">
            <a:off x="39983" y="3652190"/>
            <a:ext cx="2967549" cy="157890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85"/>
          <p:cNvSpPr/>
          <p:nvPr/>
        </p:nvSpPr>
        <p:spPr>
          <a:xfrm>
            <a:off x="6856876" y="2925802"/>
            <a:ext cx="2967513" cy="157888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5"/>
          <p:cNvSpPr/>
          <p:nvPr/>
        </p:nvSpPr>
        <p:spPr>
          <a:xfrm rot="-4326518">
            <a:off x="339226" y="260636"/>
            <a:ext cx="262339" cy="23569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85"/>
          <p:cNvSpPr txBox="1"/>
          <p:nvPr>
            <p:ph hasCustomPrompt="1" idx="4" type="title"/>
          </p:nvPr>
        </p:nvSpPr>
        <p:spPr>
          <a:xfrm>
            <a:off x="4571999" y="1692854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5" name="Google Shape;585;p85"/>
          <p:cNvSpPr txBox="1"/>
          <p:nvPr>
            <p:ph idx="5" type="subTitle"/>
          </p:nvPr>
        </p:nvSpPr>
        <p:spPr>
          <a:xfrm>
            <a:off x="5294725" y="1412929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6" name="Google Shape;586;p85"/>
          <p:cNvSpPr txBox="1"/>
          <p:nvPr>
            <p:ph idx="6" type="subTitle"/>
          </p:nvPr>
        </p:nvSpPr>
        <p:spPr>
          <a:xfrm>
            <a:off x="5294725" y="1789144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7" name="Google Shape;587;p85"/>
          <p:cNvSpPr txBox="1"/>
          <p:nvPr>
            <p:ph hasCustomPrompt="1" idx="7" type="title"/>
          </p:nvPr>
        </p:nvSpPr>
        <p:spPr>
          <a:xfrm>
            <a:off x="918849" y="2851679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8" name="Google Shape;588;p85"/>
          <p:cNvSpPr txBox="1"/>
          <p:nvPr>
            <p:ph idx="8" type="subTitle"/>
          </p:nvPr>
        </p:nvSpPr>
        <p:spPr>
          <a:xfrm>
            <a:off x="1641575" y="2571754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9" name="Google Shape;589;p85"/>
          <p:cNvSpPr txBox="1"/>
          <p:nvPr>
            <p:ph idx="9" type="subTitle"/>
          </p:nvPr>
        </p:nvSpPr>
        <p:spPr>
          <a:xfrm>
            <a:off x="1641575" y="2947969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0" name="Google Shape;590;p85"/>
          <p:cNvSpPr txBox="1"/>
          <p:nvPr>
            <p:ph hasCustomPrompt="1" idx="13" type="title"/>
          </p:nvPr>
        </p:nvSpPr>
        <p:spPr>
          <a:xfrm>
            <a:off x="4571999" y="2851679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1" name="Google Shape;591;p85"/>
          <p:cNvSpPr txBox="1"/>
          <p:nvPr>
            <p:ph idx="14" type="subTitle"/>
          </p:nvPr>
        </p:nvSpPr>
        <p:spPr>
          <a:xfrm>
            <a:off x="5294725" y="2571754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92" name="Google Shape;592;p85"/>
          <p:cNvSpPr txBox="1"/>
          <p:nvPr>
            <p:ph idx="15" type="subTitle"/>
          </p:nvPr>
        </p:nvSpPr>
        <p:spPr>
          <a:xfrm>
            <a:off x="5294725" y="2947969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4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6"/>
          <p:cNvSpPr txBox="1"/>
          <p:nvPr>
            <p:ph type="title"/>
          </p:nvPr>
        </p:nvSpPr>
        <p:spPr>
          <a:xfrm>
            <a:off x="1616400" y="2420675"/>
            <a:ext cx="5911200" cy="7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5" name="Google Shape;595;p86"/>
          <p:cNvSpPr txBox="1"/>
          <p:nvPr>
            <p:ph hasCustomPrompt="1" idx="2" type="title"/>
          </p:nvPr>
        </p:nvSpPr>
        <p:spPr>
          <a:xfrm>
            <a:off x="3892350" y="1513025"/>
            <a:ext cx="13593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6" name="Google Shape;596;p86"/>
          <p:cNvSpPr txBox="1"/>
          <p:nvPr>
            <p:ph idx="1" type="subTitle"/>
          </p:nvPr>
        </p:nvSpPr>
        <p:spPr>
          <a:xfrm>
            <a:off x="2452800" y="3418225"/>
            <a:ext cx="42384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i="0"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86"/>
          <p:cNvSpPr/>
          <p:nvPr/>
        </p:nvSpPr>
        <p:spPr>
          <a:xfrm rot="-9466206">
            <a:off x="2961125" y="1544915"/>
            <a:ext cx="343953" cy="309013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86"/>
          <p:cNvSpPr/>
          <p:nvPr/>
        </p:nvSpPr>
        <p:spPr>
          <a:xfrm rot="-8215282">
            <a:off x="-49521" y="86229"/>
            <a:ext cx="2804328" cy="1492060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_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7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01" name="Google Shape;601;p87"/>
          <p:cNvGrpSpPr/>
          <p:nvPr/>
        </p:nvGrpSpPr>
        <p:grpSpPr>
          <a:xfrm rot="1858457">
            <a:off x="-965212" y="2578009"/>
            <a:ext cx="2614815" cy="2948402"/>
            <a:chOff x="-613064" y="2641248"/>
            <a:chExt cx="2802423" cy="3159944"/>
          </a:xfrm>
        </p:grpSpPr>
        <p:sp>
          <p:nvSpPr>
            <p:cNvPr id="602" name="Google Shape;602;p87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7"/>
            <p:cNvSpPr/>
            <p:nvPr/>
          </p:nvSpPr>
          <p:spPr>
            <a:xfrm rot="10800000">
              <a:off x="439160" y="3739935"/>
              <a:ext cx="343967" cy="309026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4" name="Google Shape;604;p87"/>
          <p:cNvSpPr/>
          <p:nvPr/>
        </p:nvSpPr>
        <p:spPr>
          <a:xfrm rot="416511">
            <a:off x="7533421" y="476646"/>
            <a:ext cx="2100203" cy="111751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8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7" name="Google Shape;607;p88"/>
          <p:cNvSpPr/>
          <p:nvPr/>
        </p:nvSpPr>
        <p:spPr>
          <a:xfrm rot="3861238">
            <a:off x="-945024" y="3629065"/>
            <a:ext cx="2554492" cy="135913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88"/>
          <p:cNvSpPr/>
          <p:nvPr/>
        </p:nvSpPr>
        <p:spPr>
          <a:xfrm rot="-10476391">
            <a:off x="365692" y="3675952"/>
            <a:ext cx="290553" cy="26103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88"/>
          <p:cNvSpPr/>
          <p:nvPr/>
        </p:nvSpPr>
        <p:spPr>
          <a:xfrm rot="8376068">
            <a:off x="7495468" y="-170962"/>
            <a:ext cx="2554589" cy="135918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7_1_1_1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9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89"/>
          <p:cNvSpPr/>
          <p:nvPr/>
        </p:nvSpPr>
        <p:spPr>
          <a:xfrm rot="4188218">
            <a:off x="-610055" y="796549"/>
            <a:ext cx="2554365" cy="135906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89"/>
          <p:cNvSpPr/>
          <p:nvPr/>
        </p:nvSpPr>
        <p:spPr>
          <a:xfrm rot="-8741144">
            <a:off x="374389" y="1900457"/>
            <a:ext cx="290537" cy="26102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89"/>
          <p:cNvSpPr/>
          <p:nvPr/>
        </p:nvSpPr>
        <p:spPr>
          <a:xfrm rot="2963579">
            <a:off x="5673470" y="4217538"/>
            <a:ext cx="2554336" cy="135905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4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90"/>
          <p:cNvSpPr txBox="1"/>
          <p:nvPr>
            <p:ph type="title"/>
          </p:nvPr>
        </p:nvSpPr>
        <p:spPr>
          <a:xfrm>
            <a:off x="1783025" y="2594149"/>
            <a:ext cx="55779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Quicksand"/>
              <a:buNone/>
              <a:defRPr sz="240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617" name="Google Shape;617;p90"/>
          <p:cNvSpPr txBox="1"/>
          <p:nvPr>
            <p:ph idx="2" type="title"/>
          </p:nvPr>
        </p:nvSpPr>
        <p:spPr>
          <a:xfrm>
            <a:off x="3239747" y="3977388"/>
            <a:ext cx="26643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grpSp>
        <p:nvGrpSpPr>
          <p:cNvPr id="618" name="Google Shape;618;p90"/>
          <p:cNvGrpSpPr/>
          <p:nvPr/>
        </p:nvGrpSpPr>
        <p:grpSpPr>
          <a:xfrm rot="10800000">
            <a:off x="6617889" y="-234202"/>
            <a:ext cx="2802423" cy="3159944"/>
            <a:chOff x="-613064" y="2641248"/>
            <a:chExt cx="2802423" cy="3159944"/>
          </a:xfrm>
        </p:grpSpPr>
        <p:sp>
          <p:nvSpPr>
            <p:cNvPr id="619" name="Google Shape;619;p90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90"/>
            <p:cNvSpPr/>
            <p:nvPr/>
          </p:nvSpPr>
          <p:spPr>
            <a:xfrm rot="6776251">
              <a:off x="914712" y="4708301"/>
              <a:ext cx="343986" cy="309044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90"/>
          <p:cNvGrpSpPr/>
          <p:nvPr/>
        </p:nvGrpSpPr>
        <p:grpSpPr>
          <a:xfrm flipH="1" rot="10800000">
            <a:off x="-276311" y="-234202"/>
            <a:ext cx="2802423" cy="3159944"/>
            <a:chOff x="-613064" y="2641248"/>
            <a:chExt cx="2802423" cy="3159944"/>
          </a:xfrm>
        </p:grpSpPr>
        <p:sp>
          <p:nvSpPr>
            <p:cNvPr id="622" name="Google Shape;622;p90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90"/>
            <p:cNvSpPr/>
            <p:nvPr/>
          </p:nvSpPr>
          <p:spPr>
            <a:xfrm rot="6776251">
              <a:off x="914712" y="4708301"/>
              <a:ext cx="343986" cy="309044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5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1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6" name="Google Shape;626;p91"/>
          <p:cNvSpPr/>
          <p:nvPr/>
        </p:nvSpPr>
        <p:spPr>
          <a:xfrm rot="-8728138">
            <a:off x="8657537" y="4683755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91"/>
          <p:cNvSpPr/>
          <p:nvPr/>
        </p:nvSpPr>
        <p:spPr>
          <a:xfrm rot="1062923">
            <a:off x="7203236" y="3964673"/>
            <a:ext cx="2455061" cy="130611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91"/>
          <p:cNvSpPr/>
          <p:nvPr/>
        </p:nvSpPr>
        <p:spPr>
          <a:xfrm rot="-4500844">
            <a:off x="241987" y="4616669"/>
            <a:ext cx="323243" cy="29038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91"/>
          <p:cNvSpPr txBox="1"/>
          <p:nvPr>
            <p:ph idx="1" type="subTitle"/>
          </p:nvPr>
        </p:nvSpPr>
        <p:spPr>
          <a:xfrm>
            <a:off x="4981100" y="1750000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0" name="Google Shape;630;p91"/>
          <p:cNvSpPr txBox="1"/>
          <p:nvPr>
            <p:ph idx="2" type="subTitle"/>
          </p:nvPr>
        </p:nvSpPr>
        <p:spPr>
          <a:xfrm>
            <a:off x="4981100" y="2099250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91"/>
          <p:cNvSpPr txBox="1"/>
          <p:nvPr>
            <p:ph idx="3" type="subTitle"/>
          </p:nvPr>
        </p:nvSpPr>
        <p:spPr>
          <a:xfrm>
            <a:off x="4981100" y="3298425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2" name="Google Shape;632;p91"/>
          <p:cNvSpPr txBox="1"/>
          <p:nvPr>
            <p:ph idx="4" type="subTitle"/>
          </p:nvPr>
        </p:nvSpPr>
        <p:spPr>
          <a:xfrm>
            <a:off x="4981100" y="3647675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92"/>
          <p:cNvSpPr txBox="1"/>
          <p:nvPr>
            <p:ph idx="1" type="subTitle"/>
          </p:nvPr>
        </p:nvSpPr>
        <p:spPr>
          <a:xfrm>
            <a:off x="1531000" y="1222763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5" name="Google Shape;635;p92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6" name="Google Shape;636;p92"/>
          <p:cNvSpPr txBox="1"/>
          <p:nvPr>
            <p:ph idx="2" type="subTitle"/>
          </p:nvPr>
        </p:nvSpPr>
        <p:spPr>
          <a:xfrm>
            <a:off x="1531000" y="1495829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92"/>
          <p:cNvSpPr txBox="1"/>
          <p:nvPr>
            <p:ph idx="3" type="subTitle"/>
          </p:nvPr>
        </p:nvSpPr>
        <p:spPr>
          <a:xfrm>
            <a:off x="1531000" y="3536800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8" name="Google Shape;638;p92"/>
          <p:cNvSpPr txBox="1"/>
          <p:nvPr>
            <p:ph idx="4" type="subTitle"/>
          </p:nvPr>
        </p:nvSpPr>
        <p:spPr>
          <a:xfrm>
            <a:off x="1531000" y="3813015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p92"/>
          <p:cNvSpPr txBox="1"/>
          <p:nvPr>
            <p:ph idx="5" type="subTitle"/>
          </p:nvPr>
        </p:nvSpPr>
        <p:spPr>
          <a:xfrm>
            <a:off x="1531000" y="2379782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40" name="Google Shape;640;p92"/>
          <p:cNvSpPr txBox="1"/>
          <p:nvPr>
            <p:ph idx="6" type="subTitle"/>
          </p:nvPr>
        </p:nvSpPr>
        <p:spPr>
          <a:xfrm>
            <a:off x="1531000" y="2654422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92"/>
          <p:cNvSpPr/>
          <p:nvPr/>
        </p:nvSpPr>
        <p:spPr>
          <a:xfrm rot="-10383505">
            <a:off x="7018557" y="971047"/>
            <a:ext cx="2520344" cy="134105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92"/>
          <p:cNvSpPr/>
          <p:nvPr/>
        </p:nvSpPr>
        <p:spPr>
          <a:xfrm flipH="1" rot="-416511">
            <a:off x="-1013154" y="-673504"/>
            <a:ext cx="2100203" cy="111751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92"/>
          <p:cNvSpPr/>
          <p:nvPr/>
        </p:nvSpPr>
        <p:spPr>
          <a:xfrm flipH="1" rot="10800000">
            <a:off x="8559980" y="1519570"/>
            <a:ext cx="361912" cy="32517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3"/>
          <p:cNvSpPr txBox="1"/>
          <p:nvPr>
            <p:ph idx="1" type="subTitle"/>
          </p:nvPr>
        </p:nvSpPr>
        <p:spPr>
          <a:xfrm>
            <a:off x="1219461" y="1412559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46" name="Google Shape;646;p93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7" name="Google Shape;647;p93"/>
          <p:cNvSpPr txBox="1"/>
          <p:nvPr>
            <p:ph idx="2" type="subTitle"/>
          </p:nvPr>
        </p:nvSpPr>
        <p:spPr>
          <a:xfrm>
            <a:off x="1219451" y="1778253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8" name="Google Shape;648;p93"/>
          <p:cNvSpPr txBox="1"/>
          <p:nvPr>
            <p:ph idx="3" type="subTitle"/>
          </p:nvPr>
        </p:nvSpPr>
        <p:spPr>
          <a:xfrm>
            <a:off x="5044258" y="1412547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49" name="Google Shape;649;p93"/>
          <p:cNvSpPr txBox="1"/>
          <p:nvPr>
            <p:ph idx="4" type="subTitle"/>
          </p:nvPr>
        </p:nvSpPr>
        <p:spPr>
          <a:xfrm>
            <a:off x="5044249" y="1778238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93"/>
          <p:cNvSpPr txBox="1"/>
          <p:nvPr>
            <p:ph idx="5" type="subTitle"/>
          </p:nvPr>
        </p:nvSpPr>
        <p:spPr>
          <a:xfrm>
            <a:off x="5044258" y="3243747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51" name="Google Shape;651;p93"/>
          <p:cNvSpPr txBox="1"/>
          <p:nvPr>
            <p:ph idx="6" type="subTitle"/>
          </p:nvPr>
        </p:nvSpPr>
        <p:spPr>
          <a:xfrm>
            <a:off x="5044249" y="3609438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2" name="Google Shape;652;p93"/>
          <p:cNvSpPr/>
          <p:nvPr/>
        </p:nvSpPr>
        <p:spPr>
          <a:xfrm rot="-849422">
            <a:off x="1820922" y="336633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3"/>
          <p:cNvSpPr/>
          <p:nvPr/>
        </p:nvSpPr>
        <p:spPr>
          <a:xfrm rot="6584380">
            <a:off x="541243" y="4463204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93"/>
          <p:cNvSpPr/>
          <p:nvPr/>
        </p:nvSpPr>
        <p:spPr>
          <a:xfrm rot="-849422">
            <a:off x="7295722" y="1273811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1_1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94"/>
          <p:cNvSpPr txBox="1"/>
          <p:nvPr>
            <p:ph idx="1" type="subTitle"/>
          </p:nvPr>
        </p:nvSpPr>
        <p:spPr>
          <a:xfrm>
            <a:off x="2185803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57" name="Google Shape;657;p94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8" name="Google Shape;658;p94"/>
          <p:cNvSpPr txBox="1"/>
          <p:nvPr>
            <p:ph idx="2" type="subTitle"/>
          </p:nvPr>
        </p:nvSpPr>
        <p:spPr>
          <a:xfrm>
            <a:off x="21857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94"/>
          <p:cNvSpPr txBox="1"/>
          <p:nvPr>
            <p:ph idx="3" type="subTitle"/>
          </p:nvPr>
        </p:nvSpPr>
        <p:spPr>
          <a:xfrm>
            <a:off x="6387406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60" name="Google Shape;660;p94"/>
          <p:cNvSpPr txBox="1"/>
          <p:nvPr>
            <p:ph idx="4" type="subTitle"/>
          </p:nvPr>
        </p:nvSpPr>
        <p:spPr>
          <a:xfrm>
            <a:off x="63873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94"/>
          <p:cNvSpPr txBox="1"/>
          <p:nvPr>
            <p:ph idx="5" type="subTitle"/>
          </p:nvPr>
        </p:nvSpPr>
        <p:spPr>
          <a:xfrm>
            <a:off x="4286601" y="3431667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62" name="Google Shape;662;p94"/>
          <p:cNvSpPr txBox="1"/>
          <p:nvPr>
            <p:ph idx="6" type="subTitle"/>
          </p:nvPr>
        </p:nvSpPr>
        <p:spPr>
          <a:xfrm>
            <a:off x="4286599" y="3797350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3" name="Google Shape;663;p94"/>
          <p:cNvSpPr/>
          <p:nvPr/>
        </p:nvSpPr>
        <p:spPr>
          <a:xfrm rot="-9859298">
            <a:off x="-1014915" y="3994999"/>
            <a:ext cx="2804229" cy="14920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94"/>
          <p:cNvSpPr/>
          <p:nvPr/>
        </p:nvSpPr>
        <p:spPr>
          <a:xfrm rot="-6805797">
            <a:off x="7202721" y="4287417"/>
            <a:ext cx="2804191" cy="149198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94"/>
          <p:cNvSpPr/>
          <p:nvPr/>
        </p:nvSpPr>
        <p:spPr>
          <a:xfrm rot="6584380">
            <a:off x="8606743" y="4586492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_1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95"/>
          <p:cNvSpPr txBox="1"/>
          <p:nvPr>
            <p:ph idx="1" type="subTitle"/>
          </p:nvPr>
        </p:nvSpPr>
        <p:spPr>
          <a:xfrm>
            <a:off x="1265434" y="3066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68" name="Google Shape;668;p95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9" name="Google Shape;669;p95"/>
          <p:cNvSpPr txBox="1"/>
          <p:nvPr>
            <p:ph idx="2" type="subTitle"/>
          </p:nvPr>
        </p:nvSpPr>
        <p:spPr>
          <a:xfrm>
            <a:off x="716734" y="3432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95"/>
          <p:cNvSpPr txBox="1"/>
          <p:nvPr>
            <p:ph idx="3" type="subTitle"/>
          </p:nvPr>
        </p:nvSpPr>
        <p:spPr>
          <a:xfrm>
            <a:off x="3941100" y="2304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71" name="Google Shape;671;p95"/>
          <p:cNvSpPr txBox="1"/>
          <p:nvPr>
            <p:ph idx="4" type="subTitle"/>
          </p:nvPr>
        </p:nvSpPr>
        <p:spPr>
          <a:xfrm>
            <a:off x="3392400" y="2670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95"/>
          <p:cNvSpPr txBox="1"/>
          <p:nvPr>
            <p:ph idx="5" type="subTitle"/>
          </p:nvPr>
        </p:nvSpPr>
        <p:spPr>
          <a:xfrm>
            <a:off x="6616766" y="3066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73" name="Google Shape;673;p95"/>
          <p:cNvSpPr txBox="1"/>
          <p:nvPr>
            <p:ph idx="6" type="subTitle"/>
          </p:nvPr>
        </p:nvSpPr>
        <p:spPr>
          <a:xfrm>
            <a:off x="6068066" y="3432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95"/>
          <p:cNvSpPr/>
          <p:nvPr/>
        </p:nvSpPr>
        <p:spPr>
          <a:xfrm rot="-849422">
            <a:off x="-316003" y="156898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95"/>
          <p:cNvSpPr/>
          <p:nvPr/>
        </p:nvSpPr>
        <p:spPr>
          <a:xfrm rot="6584380">
            <a:off x="4442343" y="4463217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95"/>
          <p:cNvSpPr/>
          <p:nvPr/>
        </p:nvSpPr>
        <p:spPr>
          <a:xfrm flipH="1" rot="849422">
            <a:off x="6763647" y="156898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3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6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96"/>
          <p:cNvSpPr txBox="1"/>
          <p:nvPr>
            <p:ph idx="1" type="subTitle"/>
          </p:nvPr>
        </p:nvSpPr>
        <p:spPr>
          <a:xfrm>
            <a:off x="1992469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80" name="Google Shape;680;p96"/>
          <p:cNvSpPr txBox="1"/>
          <p:nvPr>
            <p:ph idx="2" type="subTitle"/>
          </p:nvPr>
        </p:nvSpPr>
        <p:spPr>
          <a:xfrm>
            <a:off x="1992469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1" name="Google Shape;681;p96"/>
          <p:cNvSpPr txBox="1"/>
          <p:nvPr>
            <p:ph idx="3" type="subTitle"/>
          </p:nvPr>
        </p:nvSpPr>
        <p:spPr>
          <a:xfrm>
            <a:off x="5468870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82" name="Google Shape;682;p96"/>
          <p:cNvSpPr txBox="1"/>
          <p:nvPr>
            <p:ph idx="4" type="subTitle"/>
          </p:nvPr>
        </p:nvSpPr>
        <p:spPr>
          <a:xfrm>
            <a:off x="5468870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3" name="Google Shape;683;p96"/>
          <p:cNvSpPr txBox="1"/>
          <p:nvPr>
            <p:ph idx="5" type="subTitle"/>
          </p:nvPr>
        </p:nvSpPr>
        <p:spPr>
          <a:xfrm>
            <a:off x="1992469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84" name="Google Shape;684;p96"/>
          <p:cNvSpPr txBox="1"/>
          <p:nvPr>
            <p:ph idx="6" type="subTitle"/>
          </p:nvPr>
        </p:nvSpPr>
        <p:spPr>
          <a:xfrm>
            <a:off x="1992469" y="3621778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96"/>
          <p:cNvSpPr txBox="1"/>
          <p:nvPr>
            <p:ph idx="7" type="subTitle"/>
          </p:nvPr>
        </p:nvSpPr>
        <p:spPr>
          <a:xfrm>
            <a:off x="5468870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86" name="Google Shape;686;p96"/>
          <p:cNvSpPr txBox="1"/>
          <p:nvPr>
            <p:ph idx="8" type="subTitle"/>
          </p:nvPr>
        </p:nvSpPr>
        <p:spPr>
          <a:xfrm>
            <a:off x="5468870" y="3623926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96"/>
          <p:cNvSpPr/>
          <p:nvPr/>
        </p:nvSpPr>
        <p:spPr>
          <a:xfrm rot="5040266">
            <a:off x="511268" y="3558760"/>
            <a:ext cx="368967" cy="331487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96"/>
          <p:cNvSpPr/>
          <p:nvPr/>
        </p:nvSpPr>
        <p:spPr>
          <a:xfrm flipH="1" rot="1702846">
            <a:off x="-1217185" y="2707299"/>
            <a:ext cx="2804485" cy="14921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96"/>
          <p:cNvSpPr/>
          <p:nvPr/>
        </p:nvSpPr>
        <p:spPr>
          <a:xfrm flipH="1" rot="1702846">
            <a:off x="7357803" y="3673374"/>
            <a:ext cx="2804485" cy="14921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96"/>
          <p:cNvSpPr/>
          <p:nvPr/>
        </p:nvSpPr>
        <p:spPr>
          <a:xfrm rot="5040266">
            <a:off x="8253468" y="4579385"/>
            <a:ext cx="368967" cy="331487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8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97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3" name="Google Shape;693;p97"/>
          <p:cNvSpPr txBox="1"/>
          <p:nvPr>
            <p:ph idx="1" type="subTitle"/>
          </p:nvPr>
        </p:nvSpPr>
        <p:spPr>
          <a:xfrm>
            <a:off x="1142462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94" name="Google Shape;694;p97"/>
          <p:cNvSpPr txBox="1"/>
          <p:nvPr>
            <p:ph idx="2" type="subTitle"/>
          </p:nvPr>
        </p:nvSpPr>
        <p:spPr>
          <a:xfrm>
            <a:off x="731012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p97"/>
          <p:cNvSpPr txBox="1"/>
          <p:nvPr>
            <p:ph idx="3" type="subTitle"/>
          </p:nvPr>
        </p:nvSpPr>
        <p:spPr>
          <a:xfrm>
            <a:off x="3950250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96" name="Google Shape;696;p97"/>
          <p:cNvSpPr txBox="1"/>
          <p:nvPr>
            <p:ph idx="4" type="subTitle"/>
          </p:nvPr>
        </p:nvSpPr>
        <p:spPr>
          <a:xfrm>
            <a:off x="3538800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97"/>
          <p:cNvSpPr txBox="1"/>
          <p:nvPr>
            <p:ph idx="5" type="subTitle"/>
          </p:nvPr>
        </p:nvSpPr>
        <p:spPr>
          <a:xfrm>
            <a:off x="6758038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698" name="Google Shape;698;p97"/>
          <p:cNvSpPr txBox="1"/>
          <p:nvPr>
            <p:ph idx="6" type="subTitle"/>
          </p:nvPr>
        </p:nvSpPr>
        <p:spPr>
          <a:xfrm>
            <a:off x="6346588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97"/>
          <p:cNvSpPr txBox="1"/>
          <p:nvPr>
            <p:ph idx="7" type="subTitle"/>
          </p:nvPr>
        </p:nvSpPr>
        <p:spPr>
          <a:xfrm>
            <a:off x="1142462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700" name="Google Shape;700;p97"/>
          <p:cNvSpPr txBox="1"/>
          <p:nvPr>
            <p:ph idx="8" type="subTitle"/>
          </p:nvPr>
        </p:nvSpPr>
        <p:spPr>
          <a:xfrm>
            <a:off x="731012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97"/>
          <p:cNvSpPr txBox="1"/>
          <p:nvPr>
            <p:ph idx="9" type="subTitle"/>
          </p:nvPr>
        </p:nvSpPr>
        <p:spPr>
          <a:xfrm>
            <a:off x="3950250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702" name="Google Shape;702;p97"/>
          <p:cNvSpPr txBox="1"/>
          <p:nvPr>
            <p:ph idx="13" type="subTitle"/>
          </p:nvPr>
        </p:nvSpPr>
        <p:spPr>
          <a:xfrm>
            <a:off x="3538800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97"/>
          <p:cNvSpPr txBox="1"/>
          <p:nvPr>
            <p:ph idx="14" type="subTitle"/>
          </p:nvPr>
        </p:nvSpPr>
        <p:spPr>
          <a:xfrm>
            <a:off x="6758038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704" name="Google Shape;704;p97"/>
          <p:cNvSpPr txBox="1"/>
          <p:nvPr>
            <p:ph idx="15" type="subTitle"/>
          </p:nvPr>
        </p:nvSpPr>
        <p:spPr>
          <a:xfrm>
            <a:off x="6346588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97"/>
          <p:cNvSpPr/>
          <p:nvPr/>
        </p:nvSpPr>
        <p:spPr>
          <a:xfrm rot="9313262">
            <a:off x="7765343" y="3386195"/>
            <a:ext cx="2638742" cy="140395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7"/>
          <p:cNvSpPr/>
          <p:nvPr/>
        </p:nvSpPr>
        <p:spPr>
          <a:xfrm rot="-6681293">
            <a:off x="8549300" y="3180570"/>
            <a:ext cx="251296" cy="22576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7"/>
          <p:cNvSpPr/>
          <p:nvPr/>
        </p:nvSpPr>
        <p:spPr>
          <a:xfrm rot="9313262">
            <a:off x="-1523057" y="766945"/>
            <a:ext cx="2638742" cy="140395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97"/>
          <p:cNvSpPr/>
          <p:nvPr/>
        </p:nvSpPr>
        <p:spPr>
          <a:xfrm rot="-8460514">
            <a:off x="206671" y="1050615"/>
            <a:ext cx="251299" cy="22577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5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98"/>
          <p:cNvSpPr txBox="1"/>
          <p:nvPr>
            <p:ph hasCustomPrompt="1" type="title"/>
          </p:nvPr>
        </p:nvSpPr>
        <p:spPr>
          <a:xfrm>
            <a:off x="4865136" y="76039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1" name="Google Shape;711;p98"/>
          <p:cNvSpPr txBox="1"/>
          <p:nvPr>
            <p:ph idx="1" type="subTitle"/>
          </p:nvPr>
        </p:nvSpPr>
        <p:spPr>
          <a:xfrm>
            <a:off x="4590186" y="1330584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2" name="Google Shape;712;p98"/>
          <p:cNvSpPr txBox="1"/>
          <p:nvPr>
            <p:ph hasCustomPrompt="1" idx="2" type="title"/>
          </p:nvPr>
        </p:nvSpPr>
        <p:spPr>
          <a:xfrm>
            <a:off x="4865136" y="352504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3" name="Google Shape;713;p98"/>
          <p:cNvSpPr txBox="1"/>
          <p:nvPr>
            <p:ph idx="3" type="subTitle"/>
          </p:nvPr>
        </p:nvSpPr>
        <p:spPr>
          <a:xfrm>
            <a:off x="4590186" y="4093620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98"/>
          <p:cNvSpPr txBox="1"/>
          <p:nvPr>
            <p:ph hasCustomPrompt="1" idx="4" type="title"/>
          </p:nvPr>
        </p:nvSpPr>
        <p:spPr>
          <a:xfrm>
            <a:off x="4865136" y="2182624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5" name="Google Shape;715;p98"/>
          <p:cNvSpPr txBox="1"/>
          <p:nvPr>
            <p:ph idx="5" type="subTitle"/>
          </p:nvPr>
        </p:nvSpPr>
        <p:spPr>
          <a:xfrm>
            <a:off x="4590186" y="2712102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6" name="Google Shape;716;p98"/>
          <p:cNvSpPr/>
          <p:nvPr/>
        </p:nvSpPr>
        <p:spPr>
          <a:xfrm rot="1083484">
            <a:off x="4143886" y="-672291"/>
            <a:ext cx="2804234" cy="149201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0_1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9"/>
          <p:cNvSpPr txBox="1"/>
          <p:nvPr>
            <p:ph type="title"/>
          </p:nvPr>
        </p:nvSpPr>
        <p:spPr>
          <a:xfrm>
            <a:off x="717150" y="539500"/>
            <a:ext cx="48312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19" name="Google Shape;719;p99"/>
          <p:cNvSpPr txBox="1"/>
          <p:nvPr>
            <p:ph idx="1" type="body"/>
          </p:nvPr>
        </p:nvSpPr>
        <p:spPr>
          <a:xfrm>
            <a:off x="1203450" y="1866625"/>
            <a:ext cx="3858600" cy="81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0" name="Google Shape;720;p99"/>
          <p:cNvSpPr/>
          <p:nvPr/>
        </p:nvSpPr>
        <p:spPr>
          <a:xfrm rot="2210463">
            <a:off x="99465" y="2875936"/>
            <a:ext cx="2804152" cy="149196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99"/>
          <p:cNvSpPr/>
          <p:nvPr/>
        </p:nvSpPr>
        <p:spPr>
          <a:xfrm rot="2937724">
            <a:off x="8511908" y="1198766"/>
            <a:ext cx="2804104" cy="149194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0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00"/>
          <p:cNvSpPr/>
          <p:nvPr/>
        </p:nvSpPr>
        <p:spPr>
          <a:xfrm rot="2937724">
            <a:off x="8606708" y="4501991"/>
            <a:ext cx="2804104" cy="149194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00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5" name="Google Shape;725;p100"/>
          <p:cNvSpPr/>
          <p:nvPr/>
        </p:nvSpPr>
        <p:spPr>
          <a:xfrm rot="4039828">
            <a:off x="-1917489" y="1497758"/>
            <a:ext cx="2804067" cy="149192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00"/>
          <p:cNvSpPr txBox="1"/>
          <p:nvPr>
            <p:ph idx="1" type="subTitle"/>
          </p:nvPr>
        </p:nvSpPr>
        <p:spPr>
          <a:xfrm>
            <a:off x="713225" y="1105625"/>
            <a:ext cx="76638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0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01"/>
          <p:cNvSpPr txBox="1"/>
          <p:nvPr>
            <p:ph type="title"/>
          </p:nvPr>
        </p:nvSpPr>
        <p:spPr>
          <a:xfrm>
            <a:off x="1938750" y="1373826"/>
            <a:ext cx="5266500" cy="17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1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9" name="Google Shape;729;p101"/>
          <p:cNvSpPr txBox="1"/>
          <p:nvPr>
            <p:ph idx="1" type="subTitle"/>
          </p:nvPr>
        </p:nvSpPr>
        <p:spPr>
          <a:xfrm>
            <a:off x="2300400" y="3190893"/>
            <a:ext cx="4543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0" name="Google Shape;730;p101"/>
          <p:cNvSpPr/>
          <p:nvPr/>
        </p:nvSpPr>
        <p:spPr>
          <a:xfrm rot="-10383505">
            <a:off x="8080157" y="1973197"/>
            <a:ext cx="2520344" cy="134105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01"/>
          <p:cNvSpPr/>
          <p:nvPr/>
        </p:nvSpPr>
        <p:spPr>
          <a:xfrm rot="8570839">
            <a:off x="-885062" y="3730423"/>
            <a:ext cx="2520391" cy="13410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0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02"/>
          <p:cNvSpPr txBox="1"/>
          <p:nvPr>
            <p:ph type="ctrTitle"/>
          </p:nvPr>
        </p:nvSpPr>
        <p:spPr>
          <a:xfrm>
            <a:off x="2938725" y="995583"/>
            <a:ext cx="3163800" cy="75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34" name="Google Shape;734;p102"/>
          <p:cNvSpPr txBox="1"/>
          <p:nvPr/>
        </p:nvSpPr>
        <p:spPr>
          <a:xfrm>
            <a:off x="2089600" y="4124425"/>
            <a:ext cx="4965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4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CREDITS:</a:t>
            </a:r>
            <a:r>
              <a:rPr lang="en" sz="1050">
                <a:solidFill>
                  <a:schemeClr val="accent4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This presentation template was created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Slidesgo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Flaticon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 and infographics &amp; images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Freepik</a:t>
            </a:r>
            <a:endParaRPr sz="1050">
              <a:solidFill>
                <a:schemeClr val="accent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35" name="Google Shape;735;p102"/>
          <p:cNvSpPr txBox="1"/>
          <p:nvPr>
            <p:ph idx="1" type="subTitle"/>
          </p:nvPr>
        </p:nvSpPr>
        <p:spPr>
          <a:xfrm>
            <a:off x="2990100" y="2704300"/>
            <a:ext cx="3163800" cy="8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36" name="Google Shape;736;p102"/>
          <p:cNvSpPr/>
          <p:nvPr/>
        </p:nvSpPr>
        <p:spPr>
          <a:xfrm>
            <a:off x="541230" y="3849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3"/>
          <p:cNvSpPr/>
          <p:nvPr/>
        </p:nvSpPr>
        <p:spPr>
          <a:xfrm>
            <a:off x="6742317" y="867444"/>
            <a:ext cx="243" cy="122"/>
          </a:xfrm>
          <a:custGeom>
            <a:rect b="b" l="l" r="r" t="t"/>
            <a:pathLst>
              <a:path extrusionOk="0" h="1" w="2">
                <a:moveTo>
                  <a:pt x="1" y="0"/>
                </a:moveTo>
                <a:cubicBezTo>
                  <a:pt x="0" y="0"/>
                  <a:pt x="0" y="0"/>
                  <a:pt x="0" y="1"/>
                </a:cubicBezTo>
                <a:lnTo>
                  <a:pt x="2" y="1"/>
                </a:lnTo>
                <a:cubicBezTo>
                  <a:pt x="2" y="1"/>
                  <a:pt x="1" y="0"/>
                  <a:pt x="1" y="0"/>
                </a:cubicBezTo>
                <a:close/>
              </a:path>
            </a:pathLst>
          </a:custGeom>
          <a:solidFill>
            <a:srgbClr val="E4EE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03"/>
          <p:cNvSpPr/>
          <p:nvPr/>
        </p:nvSpPr>
        <p:spPr>
          <a:xfrm>
            <a:off x="6742317" y="863673"/>
            <a:ext cx="6933" cy="3892"/>
          </a:xfrm>
          <a:custGeom>
            <a:rect b="b" l="l" r="r" t="t"/>
            <a:pathLst>
              <a:path extrusionOk="0" h="32" w="57">
                <a:moveTo>
                  <a:pt x="57" y="1"/>
                </a:moveTo>
                <a:lnTo>
                  <a:pt x="57" y="1"/>
                </a:lnTo>
                <a:cubicBezTo>
                  <a:pt x="38" y="15"/>
                  <a:pt x="20" y="28"/>
                  <a:pt x="0" y="32"/>
                </a:cubicBezTo>
                <a:lnTo>
                  <a:pt x="2" y="32"/>
                </a:lnTo>
                <a:cubicBezTo>
                  <a:pt x="4" y="31"/>
                  <a:pt x="6" y="31"/>
                  <a:pt x="9" y="31"/>
                </a:cubicBezTo>
                <a:cubicBezTo>
                  <a:pt x="11" y="31"/>
                  <a:pt x="14" y="31"/>
                  <a:pt x="16" y="30"/>
                </a:cubicBezTo>
                <a:cubicBezTo>
                  <a:pt x="30" y="25"/>
                  <a:pt x="44" y="11"/>
                  <a:pt x="57" y="1"/>
                </a:cubicBezTo>
                <a:close/>
              </a:path>
            </a:pathLst>
          </a:custGeom>
          <a:solidFill>
            <a:srgbClr val="007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03"/>
          <p:cNvSpPr/>
          <p:nvPr/>
        </p:nvSpPr>
        <p:spPr>
          <a:xfrm>
            <a:off x="6752535" y="846765"/>
            <a:ext cx="9366" cy="14718"/>
          </a:xfrm>
          <a:custGeom>
            <a:rect b="b" l="l" r="r" t="t"/>
            <a:pathLst>
              <a:path extrusionOk="0" h="121" w="77">
                <a:moveTo>
                  <a:pt x="77" y="1"/>
                </a:moveTo>
                <a:cubicBezTo>
                  <a:pt x="53" y="53"/>
                  <a:pt x="27" y="92"/>
                  <a:pt x="1" y="120"/>
                </a:cubicBezTo>
                <a:cubicBezTo>
                  <a:pt x="27" y="92"/>
                  <a:pt x="53" y="53"/>
                  <a:pt x="77" y="1"/>
                </a:cubicBezTo>
                <a:close/>
              </a:path>
            </a:pathLst>
          </a:custGeom>
          <a:solidFill>
            <a:srgbClr val="007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03"/>
          <p:cNvSpPr/>
          <p:nvPr/>
        </p:nvSpPr>
        <p:spPr>
          <a:xfrm>
            <a:off x="713225" y="-268377"/>
            <a:ext cx="2666274" cy="14186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03"/>
          <p:cNvSpPr/>
          <p:nvPr/>
        </p:nvSpPr>
        <p:spPr>
          <a:xfrm>
            <a:off x="1035780" y="286400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03"/>
          <p:cNvSpPr/>
          <p:nvPr/>
        </p:nvSpPr>
        <p:spPr>
          <a:xfrm rot="3362447">
            <a:off x="6176626" y="3943336"/>
            <a:ext cx="2967509" cy="157888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03"/>
          <p:cNvSpPr/>
          <p:nvPr/>
        </p:nvSpPr>
        <p:spPr>
          <a:xfrm rot="1083878">
            <a:off x="7292518" y="3912010"/>
            <a:ext cx="344002" cy="309058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04"/>
          <p:cNvSpPr/>
          <p:nvPr/>
        </p:nvSpPr>
        <p:spPr>
          <a:xfrm>
            <a:off x="5703026" y="2151602"/>
            <a:ext cx="4635090" cy="246612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04"/>
          <p:cNvSpPr/>
          <p:nvPr/>
        </p:nvSpPr>
        <p:spPr>
          <a:xfrm>
            <a:off x="8012976" y="4155801"/>
            <a:ext cx="418920" cy="376366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04"/>
          <p:cNvSpPr/>
          <p:nvPr/>
        </p:nvSpPr>
        <p:spPr>
          <a:xfrm>
            <a:off x="-2885074" y="4049427"/>
            <a:ext cx="4635090" cy="246612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229c42f11_14_0)">
  <p:cSld name="Title and body (g3e229c42f11_14_0)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5"/>
          <p:cNvSpPr txBox="1"/>
          <p:nvPr>
            <p:ph type="title"/>
          </p:nvPr>
        </p:nvSpPr>
        <p:spPr>
          <a:xfrm>
            <a:off x="1381200" y="566050"/>
            <a:ext cx="2114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51" name="Google Shape;751;p105"/>
          <p:cNvSpPr txBox="1"/>
          <p:nvPr>
            <p:ph idx="1" type="body"/>
          </p:nvPr>
        </p:nvSpPr>
        <p:spPr>
          <a:xfrm>
            <a:off x="713225" y="1258950"/>
            <a:ext cx="3602100" cy="101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 only 1 (g3e229c42f11_7_0)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06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 1">
  <p:cSld name="Title and three columns 2 (g3e220e2bccb_270_0)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07"/>
          <p:cNvSpPr txBox="1"/>
          <p:nvPr>
            <p:ph idx="1" type="subTitle"/>
          </p:nvPr>
        </p:nvSpPr>
        <p:spPr>
          <a:xfrm>
            <a:off x="2185803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756" name="Google Shape;756;p107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7" name="Google Shape;757;p107"/>
          <p:cNvSpPr txBox="1"/>
          <p:nvPr>
            <p:ph idx="2" type="subTitle"/>
          </p:nvPr>
        </p:nvSpPr>
        <p:spPr>
          <a:xfrm>
            <a:off x="21857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107"/>
          <p:cNvSpPr txBox="1"/>
          <p:nvPr>
            <p:ph idx="3" type="subTitle"/>
          </p:nvPr>
        </p:nvSpPr>
        <p:spPr>
          <a:xfrm>
            <a:off x="6387406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759" name="Google Shape;759;p107"/>
          <p:cNvSpPr txBox="1"/>
          <p:nvPr>
            <p:ph idx="4" type="subTitle"/>
          </p:nvPr>
        </p:nvSpPr>
        <p:spPr>
          <a:xfrm>
            <a:off x="63873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107"/>
          <p:cNvSpPr txBox="1"/>
          <p:nvPr>
            <p:ph idx="5" type="subTitle"/>
          </p:nvPr>
        </p:nvSpPr>
        <p:spPr>
          <a:xfrm>
            <a:off x="4286601" y="3431667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761" name="Google Shape;761;p107"/>
          <p:cNvSpPr txBox="1"/>
          <p:nvPr>
            <p:ph idx="6" type="subTitle"/>
          </p:nvPr>
        </p:nvSpPr>
        <p:spPr>
          <a:xfrm>
            <a:off x="4286599" y="3797350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(g3e220e2bccb_262_0)">
  <p:cSld name="Main point (g3e220e2bccb_262_0)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08"/>
          <p:cNvSpPr txBox="1"/>
          <p:nvPr>
            <p:ph type="title"/>
          </p:nvPr>
        </p:nvSpPr>
        <p:spPr>
          <a:xfrm>
            <a:off x="2164900" y="1373150"/>
            <a:ext cx="4814100" cy="23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71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 1">
  <p:cSld name="Title and two columns 1 (g3e220e2bccb_139_0)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09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6" name="Google Shape;766;p109"/>
          <p:cNvSpPr txBox="1"/>
          <p:nvPr>
            <p:ph idx="1" type="subTitle"/>
          </p:nvPr>
        </p:nvSpPr>
        <p:spPr>
          <a:xfrm>
            <a:off x="4981100" y="1750000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67" name="Google Shape;767;p109"/>
          <p:cNvSpPr txBox="1"/>
          <p:nvPr>
            <p:ph idx="2" type="subTitle"/>
          </p:nvPr>
        </p:nvSpPr>
        <p:spPr>
          <a:xfrm>
            <a:off x="4981100" y="2099250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8" name="Google Shape;768;p109"/>
          <p:cNvSpPr txBox="1"/>
          <p:nvPr>
            <p:ph idx="3" type="subTitle"/>
          </p:nvPr>
        </p:nvSpPr>
        <p:spPr>
          <a:xfrm>
            <a:off x="4981100" y="3298425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69" name="Google Shape;769;p109"/>
          <p:cNvSpPr txBox="1"/>
          <p:nvPr>
            <p:ph idx="4" type="subTitle"/>
          </p:nvPr>
        </p:nvSpPr>
        <p:spPr>
          <a:xfrm>
            <a:off x="4981100" y="3647675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11"/>
          <p:cNvSpPr txBox="1"/>
          <p:nvPr/>
        </p:nvSpPr>
        <p:spPr>
          <a:xfrm>
            <a:off x="1554450" y="1647095"/>
            <a:ext cx="6035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687F96"/>
              </a:solidFill>
              <a:latin typeface="Martel ExtraBold"/>
              <a:ea typeface="Martel ExtraBold"/>
              <a:cs typeface="Martel ExtraBold"/>
              <a:sym typeface="Martel ExtraBold"/>
            </a:endParaRPr>
          </a:p>
        </p:txBody>
      </p:sp>
      <p:sp>
        <p:nvSpPr>
          <p:cNvPr id="775" name="Google Shape;775;p111"/>
          <p:cNvSpPr txBox="1"/>
          <p:nvPr/>
        </p:nvSpPr>
        <p:spPr>
          <a:xfrm>
            <a:off x="2606100" y="3252064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76" name="Google Shape;776;p111"/>
          <p:cNvSpPr txBox="1"/>
          <p:nvPr>
            <p:ph type="ctrTitle"/>
          </p:nvPr>
        </p:nvSpPr>
        <p:spPr>
          <a:xfrm>
            <a:off x="1554450" y="1658166"/>
            <a:ext cx="6035100" cy="14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b="0" sz="5000">
                <a:solidFill>
                  <a:schemeClr val="dk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77" name="Google Shape;777;p111"/>
          <p:cNvSpPr txBox="1"/>
          <p:nvPr>
            <p:ph idx="1" type="subTitle"/>
          </p:nvPr>
        </p:nvSpPr>
        <p:spPr>
          <a:xfrm>
            <a:off x="2606100" y="3268187"/>
            <a:ext cx="3931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600">
                <a:solidFill>
                  <a:schemeClr val="accent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8" name="Google Shape;778;p111"/>
          <p:cNvSpPr/>
          <p:nvPr/>
        </p:nvSpPr>
        <p:spPr>
          <a:xfrm rot="10589192">
            <a:off x="6131325" y="-225052"/>
            <a:ext cx="2666242" cy="141859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11"/>
          <p:cNvSpPr/>
          <p:nvPr/>
        </p:nvSpPr>
        <p:spPr>
          <a:xfrm>
            <a:off x="7718355" y="7729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11"/>
          <p:cNvSpPr/>
          <p:nvPr/>
        </p:nvSpPr>
        <p:spPr>
          <a:xfrm rot="2278409">
            <a:off x="-25710" y="3742409"/>
            <a:ext cx="2967560" cy="157890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11"/>
          <p:cNvSpPr/>
          <p:nvPr/>
        </p:nvSpPr>
        <p:spPr>
          <a:xfrm>
            <a:off x="893205" y="38046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4" name="Google Shape;784;p112"/>
          <p:cNvSpPr txBox="1"/>
          <p:nvPr>
            <p:ph idx="1" type="subTitle"/>
          </p:nvPr>
        </p:nvSpPr>
        <p:spPr>
          <a:xfrm>
            <a:off x="1266623" y="3325125"/>
            <a:ext cx="3940500" cy="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i="0" sz="4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112"/>
          <p:cNvSpPr txBox="1"/>
          <p:nvPr>
            <p:ph hasCustomPrompt="1" type="title"/>
          </p:nvPr>
        </p:nvSpPr>
        <p:spPr>
          <a:xfrm>
            <a:off x="801958" y="2303812"/>
            <a:ext cx="11631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6" name="Google Shape;786;p112"/>
          <p:cNvSpPr txBox="1"/>
          <p:nvPr>
            <p:ph idx="2" type="subTitle"/>
          </p:nvPr>
        </p:nvSpPr>
        <p:spPr>
          <a:xfrm>
            <a:off x="1106350" y="4142500"/>
            <a:ext cx="4277700" cy="3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112"/>
          <p:cNvSpPr/>
          <p:nvPr/>
        </p:nvSpPr>
        <p:spPr>
          <a:xfrm flipH="1" rot="-10022767">
            <a:off x="-227911" y="215271"/>
            <a:ext cx="2516662" cy="1339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12"/>
          <p:cNvSpPr/>
          <p:nvPr/>
        </p:nvSpPr>
        <p:spPr>
          <a:xfrm rot="-849430">
            <a:off x="6877665" y="830733"/>
            <a:ext cx="2549896" cy="135668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12"/>
          <p:cNvSpPr/>
          <p:nvPr/>
        </p:nvSpPr>
        <p:spPr>
          <a:xfrm rot="6584380">
            <a:off x="680493" y="1675229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3"/>
          <p:cNvSpPr txBox="1"/>
          <p:nvPr>
            <p:ph type="title"/>
          </p:nvPr>
        </p:nvSpPr>
        <p:spPr>
          <a:xfrm>
            <a:off x="1381200" y="566050"/>
            <a:ext cx="2114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92" name="Google Shape;792;p113"/>
          <p:cNvSpPr txBox="1"/>
          <p:nvPr>
            <p:ph idx="1" type="body"/>
          </p:nvPr>
        </p:nvSpPr>
        <p:spPr>
          <a:xfrm>
            <a:off x="713225" y="1258950"/>
            <a:ext cx="3602100" cy="101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3" name="Google Shape;793;p113"/>
          <p:cNvSpPr/>
          <p:nvPr/>
        </p:nvSpPr>
        <p:spPr>
          <a:xfrm rot="-849422">
            <a:off x="4940697" y="-899214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13"/>
          <p:cNvSpPr/>
          <p:nvPr/>
        </p:nvSpPr>
        <p:spPr>
          <a:xfrm rot="1716706">
            <a:off x="165846" y="3370797"/>
            <a:ext cx="275623" cy="24760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13"/>
          <p:cNvSpPr/>
          <p:nvPr/>
        </p:nvSpPr>
        <p:spPr>
          <a:xfrm rot="-4034549">
            <a:off x="-688887" y="4504813"/>
            <a:ext cx="2804229" cy="14920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14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8" name="Google Shape;798;p114"/>
          <p:cNvSpPr txBox="1"/>
          <p:nvPr>
            <p:ph idx="1" type="body"/>
          </p:nvPr>
        </p:nvSpPr>
        <p:spPr>
          <a:xfrm>
            <a:off x="4572012" y="1793075"/>
            <a:ext cx="3767700" cy="28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9" name="Google Shape;799;p114"/>
          <p:cNvSpPr txBox="1"/>
          <p:nvPr>
            <p:ph idx="2" type="body"/>
          </p:nvPr>
        </p:nvSpPr>
        <p:spPr>
          <a:xfrm>
            <a:off x="716288" y="1793825"/>
            <a:ext cx="3767700" cy="28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17500" lvl="1" marL="914400" rtl="0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0" name="Google Shape;800;p114"/>
          <p:cNvSpPr txBox="1"/>
          <p:nvPr>
            <p:ph idx="3" type="subTitle"/>
          </p:nvPr>
        </p:nvSpPr>
        <p:spPr>
          <a:xfrm>
            <a:off x="720613" y="1138500"/>
            <a:ext cx="7708800" cy="4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1" name="Google Shape;801;p114"/>
          <p:cNvSpPr/>
          <p:nvPr/>
        </p:nvSpPr>
        <p:spPr>
          <a:xfrm rot="-8728138">
            <a:off x="8657537" y="4683755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14"/>
          <p:cNvSpPr/>
          <p:nvPr/>
        </p:nvSpPr>
        <p:spPr>
          <a:xfrm rot="1062923">
            <a:off x="7203236" y="3964673"/>
            <a:ext cx="2455061" cy="130611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15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A45C37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115"/>
          <p:cNvSpPr/>
          <p:nvPr/>
        </p:nvSpPr>
        <p:spPr>
          <a:xfrm rot="-8728138">
            <a:off x="8584637" y="2215330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15"/>
          <p:cNvSpPr/>
          <p:nvPr/>
        </p:nvSpPr>
        <p:spPr>
          <a:xfrm rot="4408259">
            <a:off x="8178516" y="1478771"/>
            <a:ext cx="2455056" cy="130614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16"/>
          <p:cNvSpPr txBox="1"/>
          <p:nvPr>
            <p:ph type="title"/>
          </p:nvPr>
        </p:nvSpPr>
        <p:spPr>
          <a:xfrm>
            <a:off x="713225" y="539500"/>
            <a:ext cx="7711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9" name="Google Shape;809;p116"/>
          <p:cNvSpPr txBox="1"/>
          <p:nvPr>
            <p:ph idx="1" type="body"/>
          </p:nvPr>
        </p:nvSpPr>
        <p:spPr>
          <a:xfrm>
            <a:off x="959027" y="1930476"/>
            <a:ext cx="4457100" cy="19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17"/>
          <p:cNvSpPr txBox="1"/>
          <p:nvPr>
            <p:ph type="title"/>
          </p:nvPr>
        </p:nvSpPr>
        <p:spPr>
          <a:xfrm>
            <a:off x="2164900" y="1373150"/>
            <a:ext cx="4814100" cy="23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2" name="Google Shape;812;p117"/>
          <p:cNvSpPr/>
          <p:nvPr/>
        </p:nvSpPr>
        <p:spPr>
          <a:xfrm>
            <a:off x="7178238" y="682325"/>
            <a:ext cx="368969" cy="331488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17"/>
          <p:cNvSpPr/>
          <p:nvPr/>
        </p:nvSpPr>
        <p:spPr>
          <a:xfrm flipH="1" rot="-2105480">
            <a:off x="6374443" y="-39069"/>
            <a:ext cx="2804528" cy="149216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17"/>
          <p:cNvSpPr/>
          <p:nvPr/>
        </p:nvSpPr>
        <p:spPr>
          <a:xfrm rot="1509283">
            <a:off x="1318960" y="3939942"/>
            <a:ext cx="368963" cy="331483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17"/>
          <p:cNvSpPr/>
          <p:nvPr/>
        </p:nvSpPr>
        <p:spPr>
          <a:xfrm flipH="1" rot="-1827964">
            <a:off x="-99067" y="3618406"/>
            <a:ext cx="2804538" cy="149217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18"/>
          <p:cNvSpPr txBox="1"/>
          <p:nvPr>
            <p:ph type="title"/>
          </p:nvPr>
        </p:nvSpPr>
        <p:spPr>
          <a:xfrm>
            <a:off x="713225" y="1956025"/>
            <a:ext cx="2403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818" name="Google Shape;818;p118"/>
          <p:cNvSpPr txBox="1"/>
          <p:nvPr>
            <p:ph idx="1" type="subTitle"/>
          </p:nvPr>
        </p:nvSpPr>
        <p:spPr>
          <a:xfrm>
            <a:off x="713225" y="2694425"/>
            <a:ext cx="3645600" cy="19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9" name="Google Shape;819;p118"/>
          <p:cNvSpPr/>
          <p:nvPr/>
        </p:nvSpPr>
        <p:spPr>
          <a:xfrm rot="3310273">
            <a:off x="-30069" y="-54912"/>
            <a:ext cx="2885663" cy="153531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18"/>
          <p:cNvSpPr/>
          <p:nvPr/>
        </p:nvSpPr>
        <p:spPr>
          <a:xfrm>
            <a:off x="7339063" y="3376429"/>
            <a:ext cx="2851039" cy="1099965"/>
          </a:xfrm>
          <a:custGeom>
            <a:rect b="b" l="l" r="r" t="t"/>
            <a:pathLst>
              <a:path extrusionOk="0" h="26682" w="69158">
                <a:moveTo>
                  <a:pt x="51634" y="4950"/>
                </a:moveTo>
                <a:cubicBezTo>
                  <a:pt x="52483" y="6364"/>
                  <a:pt x="52944" y="8070"/>
                  <a:pt x="52371" y="9578"/>
                </a:cubicBezTo>
                <a:cubicBezTo>
                  <a:pt x="52037" y="10454"/>
                  <a:pt x="51141" y="11202"/>
                  <a:pt x="50217" y="11202"/>
                </a:cubicBezTo>
                <a:cubicBezTo>
                  <a:pt x="49899" y="11202"/>
                  <a:pt x="49578" y="11114"/>
                  <a:pt x="49276" y="10912"/>
                </a:cubicBezTo>
                <a:cubicBezTo>
                  <a:pt x="48120" y="10143"/>
                  <a:pt x="48130" y="8563"/>
                  <a:pt x="48733" y="7457"/>
                </a:cubicBezTo>
                <a:cubicBezTo>
                  <a:pt x="49373" y="6288"/>
                  <a:pt x="50431" y="5475"/>
                  <a:pt x="51634" y="4950"/>
                </a:cubicBezTo>
                <a:close/>
                <a:moveTo>
                  <a:pt x="6732" y="16672"/>
                </a:moveTo>
                <a:cubicBezTo>
                  <a:pt x="7001" y="16672"/>
                  <a:pt x="7270" y="16715"/>
                  <a:pt x="7526" y="16811"/>
                </a:cubicBezTo>
                <a:cubicBezTo>
                  <a:pt x="8712" y="17253"/>
                  <a:pt x="9107" y="18685"/>
                  <a:pt x="8884" y="19831"/>
                </a:cubicBezTo>
                <a:cubicBezTo>
                  <a:pt x="8632" y="21115"/>
                  <a:pt x="7710" y="22165"/>
                  <a:pt x="6775" y="23027"/>
                </a:cubicBezTo>
                <a:cubicBezTo>
                  <a:pt x="6699" y="23096"/>
                  <a:pt x="6618" y="23159"/>
                  <a:pt x="6542" y="23226"/>
                </a:cubicBezTo>
                <a:cubicBezTo>
                  <a:pt x="5295" y="22687"/>
                  <a:pt x="4287" y="21721"/>
                  <a:pt x="3951" y="20254"/>
                </a:cubicBezTo>
                <a:cubicBezTo>
                  <a:pt x="3705" y="19190"/>
                  <a:pt x="3992" y="18086"/>
                  <a:pt x="4844" y="17379"/>
                </a:cubicBezTo>
                <a:cubicBezTo>
                  <a:pt x="5361" y="16952"/>
                  <a:pt x="6050" y="16672"/>
                  <a:pt x="6732" y="16672"/>
                </a:cubicBezTo>
                <a:close/>
                <a:moveTo>
                  <a:pt x="42999" y="0"/>
                </a:moveTo>
                <a:cubicBezTo>
                  <a:pt x="41763" y="0"/>
                  <a:pt x="40527" y="196"/>
                  <a:pt x="39329" y="553"/>
                </a:cubicBezTo>
                <a:cubicBezTo>
                  <a:pt x="34413" y="2020"/>
                  <a:pt x="30681" y="5799"/>
                  <a:pt x="27520" y="9660"/>
                </a:cubicBezTo>
                <a:cubicBezTo>
                  <a:pt x="24214" y="13699"/>
                  <a:pt x="21175" y="18121"/>
                  <a:pt x="16772" y="21069"/>
                </a:cubicBezTo>
                <a:cubicBezTo>
                  <a:pt x="14691" y="22462"/>
                  <a:pt x="12251" y="23569"/>
                  <a:pt x="9723" y="23738"/>
                </a:cubicBezTo>
                <a:cubicBezTo>
                  <a:pt x="9560" y="23749"/>
                  <a:pt x="9397" y="23754"/>
                  <a:pt x="9232" y="23754"/>
                </a:cubicBezTo>
                <a:cubicBezTo>
                  <a:pt x="8462" y="23754"/>
                  <a:pt x="7679" y="23634"/>
                  <a:pt x="6954" y="23382"/>
                </a:cubicBezTo>
                <a:cubicBezTo>
                  <a:pt x="7689" y="22725"/>
                  <a:pt x="8327" y="21973"/>
                  <a:pt x="8771" y="21136"/>
                </a:cubicBezTo>
                <a:cubicBezTo>
                  <a:pt x="9286" y="20164"/>
                  <a:pt x="9482" y="19000"/>
                  <a:pt x="9072" y="17953"/>
                </a:cubicBezTo>
                <a:cubicBezTo>
                  <a:pt x="8739" y="17099"/>
                  <a:pt x="8018" y="16473"/>
                  <a:pt x="7101" y="16350"/>
                </a:cubicBezTo>
                <a:cubicBezTo>
                  <a:pt x="6969" y="16333"/>
                  <a:pt x="6837" y="16324"/>
                  <a:pt x="6707" y="16324"/>
                </a:cubicBezTo>
                <a:cubicBezTo>
                  <a:pt x="5102" y="16324"/>
                  <a:pt x="3655" y="17616"/>
                  <a:pt x="3523" y="19232"/>
                </a:cubicBezTo>
                <a:cubicBezTo>
                  <a:pt x="3372" y="21094"/>
                  <a:pt x="4633" y="22694"/>
                  <a:pt x="6233" y="23492"/>
                </a:cubicBezTo>
                <a:cubicBezTo>
                  <a:pt x="4448" y="24955"/>
                  <a:pt x="2277" y="25915"/>
                  <a:pt x="0" y="26329"/>
                </a:cubicBezTo>
                <a:lnTo>
                  <a:pt x="0" y="26681"/>
                </a:lnTo>
                <a:cubicBezTo>
                  <a:pt x="1254" y="26461"/>
                  <a:pt x="2480" y="26076"/>
                  <a:pt x="3635" y="25533"/>
                </a:cubicBezTo>
                <a:cubicBezTo>
                  <a:pt x="4651" y="25061"/>
                  <a:pt x="5701" y="24431"/>
                  <a:pt x="6625" y="23668"/>
                </a:cubicBezTo>
                <a:cubicBezTo>
                  <a:pt x="6808" y="23741"/>
                  <a:pt x="6993" y="23808"/>
                  <a:pt x="7181" y="23862"/>
                </a:cubicBezTo>
                <a:cubicBezTo>
                  <a:pt x="7829" y="24041"/>
                  <a:pt x="8495" y="24120"/>
                  <a:pt x="9164" y="24120"/>
                </a:cubicBezTo>
                <a:cubicBezTo>
                  <a:pt x="10950" y="24120"/>
                  <a:pt x="12765" y="23557"/>
                  <a:pt x="14351" y="22830"/>
                </a:cubicBezTo>
                <a:cubicBezTo>
                  <a:pt x="16613" y="21801"/>
                  <a:pt x="18620" y="20272"/>
                  <a:pt x="20405" y="18563"/>
                </a:cubicBezTo>
                <a:cubicBezTo>
                  <a:pt x="24386" y="14751"/>
                  <a:pt x="27256" y="9961"/>
                  <a:pt x="31182" y="6099"/>
                </a:cubicBezTo>
                <a:cubicBezTo>
                  <a:pt x="34276" y="3054"/>
                  <a:pt x="38464" y="333"/>
                  <a:pt x="42930" y="333"/>
                </a:cubicBezTo>
                <a:cubicBezTo>
                  <a:pt x="43451" y="333"/>
                  <a:pt x="43976" y="370"/>
                  <a:pt x="44503" y="448"/>
                </a:cubicBezTo>
                <a:cubicBezTo>
                  <a:pt x="46639" y="760"/>
                  <a:pt x="48718" y="1706"/>
                  <a:pt x="50270" y="3217"/>
                </a:cubicBezTo>
                <a:cubicBezTo>
                  <a:pt x="50690" y="3624"/>
                  <a:pt x="51092" y="4113"/>
                  <a:pt x="51445" y="4649"/>
                </a:cubicBezTo>
                <a:cubicBezTo>
                  <a:pt x="51026" y="4839"/>
                  <a:pt x="50620" y="5066"/>
                  <a:pt x="50242" y="5332"/>
                </a:cubicBezTo>
                <a:cubicBezTo>
                  <a:pt x="48624" y="6473"/>
                  <a:pt x="47087" y="8805"/>
                  <a:pt x="48532" y="10682"/>
                </a:cubicBezTo>
                <a:cubicBezTo>
                  <a:pt x="48957" y="11236"/>
                  <a:pt x="49584" y="11543"/>
                  <a:pt x="50244" y="11543"/>
                </a:cubicBezTo>
                <a:cubicBezTo>
                  <a:pt x="50492" y="11543"/>
                  <a:pt x="50745" y="11500"/>
                  <a:pt x="50994" y="11410"/>
                </a:cubicBezTo>
                <a:cubicBezTo>
                  <a:pt x="51996" y="11050"/>
                  <a:pt x="52658" y="10146"/>
                  <a:pt x="52864" y="9124"/>
                </a:cubicBezTo>
                <a:cubicBezTo>
                  <a:pt x="53154" y="7661"/>
                  <a:pt x="52724" y="6123"/>
                  <a:pt x="51961" y="4818"/>
                </a:cubicBezTo>
                <a:cubicBezTo>
                  <a:pt x="52909" y="4449"/>
                  <a:pt x="53935" y="4254"/>
                  <a:pt x="54908" y="4195"/>
                </a:cubicBezTo>
                <a:cubicBezTo>
                  <a:pt x="55143" y="4181"/>
                  <a:pt x="55376" y="4175"/>
                  <a:pt x="55608" y="4175"/>
                </a:cubicBezTo>
                <a:cubicBezTo>
                  <a:pt x="60297" y="4175"/>
                  <a:pt x="64524" y="6852"/>
                  <a:pt x="69158" y="7300"/>
                </a:cubicBezTo>
                <a:lnTo>
                  <a:pt x="69158" y="6953"/>
                </a:lnTo>
                <a:cubicBezTo>
                  <a:pt x="64860" y="6530"/>
                  <a:pt x="60879" y="4157"/>
                  <a:pt x="56530" y="3855"/>
                </a:cubicBezTo>
                <a:cubicBezTo>
                  <a:pt x="56231" y="3834"/>
                  <a:pt x="55929" y="3824"/>
                  <a:pt x="55626" y="3824"/>
                </a:cubicBezTo>
                <a:cubicBezTo>
                  <a:pt x="54317" y="3824"/>
                  <a:pt x="52985" y="4023"/>
                  <a:pt x="51772" y="4510"/>
                </a:cubicBezTo>
                <a:cubicBezTo>
                  <a:pt x="51514" y="4103"/>
                  <a:pt x="51225" y="3727"/>
                  <a:pt x="50918" y="3385"/>
                </a:cubicBezTo>
                <a:cubicBezTo>
                  <a:pt x="49577" y="1898"/>
                  <a:pt x="47745" y="872"/>
                  <a:pt x="45817" y="360"/>
                </a:cubicBezTo>
                <a:cubicBezTo>
                  <a:pt x="44889" y="115"/>
                  <a:pt x="43944" y="0"/>
                  <a:pt x="42999" y="0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19"/>
          <p:cNvSpPr txBox="1"/>
          <p:nvPr>
            <p:ph type="title"/>
          </p:nvPr>
        </p:nvSpPr>
        <p:spPr>
          <a:xfrm>
            <a:off x="882325" y="628200"/>
            <a:ext cx="3945900" cy="10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3" name="Google Shape;823;p119"/>
          <p:cNvSpPr/>
          <p:nvPr/>
        </p:nvSpPr>
        <p:spPr>
          <a:xfrm rot="3366422">
            <a:off x="7397219" y="870644"/>
            <a:ext cx="2804406" cy="149210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19"/>
          <p:cNvSpPr/>
          <p:nvPr/>
        </p:nvSpPr>
        <p:spPr>
          <a:xfrm rot="6776251">
            <a:off x="1305962" y="2879776"/>
            <a:ext cx="343986" cy="30904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19"/>
          <p:cNvSpPr/>
          <p:nvPr/>
        </p:nvSpPr>
        <p:spPr>
          <a:xfrm rot="-1050510">
            <a:off x="-381985" y="2336723"/>
            <a:ext cx="2804434" cy="149211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19"/>
          <p:cNvSpPr/>
          <p:nvPr/>
        </p:nvSpPr>
        <p:spPr>
          <a:xfrm rot="6776251">
            <a:off x="8329637" y="451701"/>
            <a:ext cx="343986" cy="30904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20"/>
          <p:cNvSpPr txBox="1"/>
          <p:nvPr>
            <p:ph hasCustomPrompt="1" type="title"/>
          </p:nvPr>
        </p:nvSpPr>
        <p:spPr>
          <a:xfrm>
            <a:off x="1825500" y="1335747"/>
            <a:ext cx="5493000" cy="12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9" name="Google Shape;829;p120"/>
          <p:cNvSpPr txBox="1"/>
          <p:nvPr>
            <p:ph idx="1" type="body"/>
          </p:nvPr>
        </p:nvSpPr>
        <p:spPr>
          <a:xfrm flipH="1">
            <a:off x="2309550" y="2769650"/>
            <a:ext cx="4524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600"/>
            </a:lvl1pPr>
            <a:lvl2pPr indent="-3175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0"/>
            </a:lvl2pPr>
            <a:lvl3pPr indent="-3175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0" name="Google Shape;830;p120"/>
          <p:cNvSpPr/>
          <p:nvPr/>
        </p:nvSpPr>
        <p:spPr>
          <a:xfrm rot="-2339450">
            <a:off x="420575" y="291051"/>
            <a:ext cx="343951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rgbClr val="FE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6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22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4" name="Google Shape;834;p122"/>
          <p:cNvSpPr txBox="1"/>
          <p:nvPr>
            <p:ph hasCustomPrompt="1" idx="2" type="title"/>
          </p:nvPr>
        </p:nvSpPr>
        <p:spPr>
          <a:xfrm>
            <a:off x="918849" y="1692854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5" name="Google Shape;835;p122"/>
          <p:cNvSpPr txBox="1"/>
          <p:nvPr>
            <p:ph idx="1" type="subTitle"/>
          </p:nvPr>
        </p:nvSpPr>
        <p:spPr>
          <a:xfrm>
            <a:off x="1641575" y="1412929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36" name="Google Shape;836;p122"/>
          <p:cNvSpPr txBox="1"/>
          <p:nvPr>
            <p:ph idx="3" type="subTitle"/>
          </p:nvPr>
        </p:nvSpPr>
        <p:spPr>
          <a:xfrm>
            <a:off x="1641575" y="1789144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37" name="Google Shape;837;p122"/>
          <p:cNvSpPr/>
          <p:nvPr/>
        </p:nvSpPr>
        <p:spPr>
          <a:xfrm rot="-4326518">
            <a:off x="5881551" y="4323786"/>
            <a:ext cx="262339" cy="23569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22"/>
          <p:cNvSpPr/>
          <p:nvPr/>
        </p:nvSpPr>
        <p:spPr>
          <a:xfrm rot="-8792909">
            <a:off x="39983" y="3652190"/>
            <a:ext cx="2967549" cy="1578903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22"/>
          <p:cNvSpPr/>
          <p:nvPr/>
        </p:nvSpPr>
        <p:spPr>
          <a:xfrm>
            <a:off x="6856876" y="2925802"/>
            <a:ext cx="2967513" cy="157888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22"/>
          <p:cNvSpPr/>
          <p:nvPr/>
        </p:nvSpPr>
        <p:spPr>
          <a:xfrm rot="-4326518">
            <a:off x="339226" y="260636"/>
            <a:ext cx="262339" cy="23569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22"/>
          <p:cNvSpPr txBox="1"/>
          <p:nvPr>
            <p:ph hasCustomPrompt="1" idx="4" type="title"/>
          </p:nvPr>
        </p:nvSpPr>
        <p:spPr>
          <a:xfrm>
            <a:off x="4571999" y="1692854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2" name="Google Shape;842;p122"/>
          <p:cNvSpPr txBox="1"/>
          <p:nvPr>
            <p:ph idx="5" type="subTitle"/>
          </p:nvPr>
        </p:nvSpPr>
        <p:spPr>
          <a:xfrm>
            <a:off x="5294725" y="1412929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43" name="Google Shape;843;p122"/>
          <p:cNvSpPr txBox="1"/>
          <p:nvPr>
            <p:ph idx="6" type="subTitle"/>
          </p:nvPr>
        </p:nvSpPr>
        <p:spPr>
          <a:xfrm>
            <a:off x="5294725" y="1789144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44" name="Google Shape;844;p122"/>
          <p:cNvSpPr txBox="1"/>
          <p:nvPr>
            <p:ph hasCustomPrompt="1" idx="7" type="title"/>
          </p:nvPr>
        </p:nvSpPr>
        <p:spPr>
          <a:xfrm>
            <a:off x="918849" y="2851679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5" name="Google Shape;845;p122"/>
          <p:cNvSpPr txBox="1"/>
          <p:nvPr>
            <p:ph idx="8" type="subTitle"/>
          </p:nvPr>
        </p:nvSpPr>
        <p:spPr>
          <a:xfrm>
            <a:off x="1641575" y="2571754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46" name="Google Shape;846;p122"/>
          <p:cNvSpPr txBox="1"/>
          <p:nvPr>
            <p:ph idx="9" type="subTitle"/>
          </p:nvPr>
        </p:nvSpPr>
        <p:spPr>
          <a:xfrm>
            <a:off x="1641575" y="2947969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47" name="Google Shape;847;p122"/>
          <p:cNvSpPr txBox="1"/>
          <p:nvPr>
            <p:ph hasCustomPrompt="1" idx="13" type="title"/>
          </p:nvPr>
        </p:nvSpPr>
        <p:spPr>
          <a:xfrm>
            <a:off x="4571999" y="2851679"/>
            <a:ext cx="6675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ngolin"/>
              <a:buNone/>
              <a:defRPr b="0" sz="3000">
                <a:solidFill>
                  <a:schemeClr val="accent4"/>
                </a:solidFill>
                <a:latin typeface="Martel DemiBold"/>
                <a:ea typeface="Martel DemiBold"/>
                <a:cs typeface="Martel DemiBold"/>
                <a:sym typeface="Martel D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8" name="Google Shape;848;p122"/>
          <p:cNvSpPr txBox="1"/>
          <p:nvPr>
            <p:ph idx="14" type="subTitle"/>
          </p:nvPr>
        </p:nvSpPr>
        <p:spPr>
          <a:xfrm>
            <a:off x="5294725" y="2571754"/>
            <a:ext cx="2560200" cy="36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49" name="Google Shape;849;p122"/>
          <p:cNvSpPr txBox="1"/>
          <p:nvPr>
            <p:ph idx="15" type="subTitle"/>
          </p:nvPr>
        </p:nvSpPr>
        <p:spPr>
          <a:xfrm>
            <a:off x="5294725" y="2947969"/>
            <a:ext cx="2560200" cy="53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4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23"/>
          <p:cNvSpPr txBox="1"/>
          <p:nvPr>
            <p:ph type="title"/>
          </p:nvPr>
        </p:nvSpPr>
        <p:spPr>
          <a:xfrm>
            <a:off x="1616400" y="2420675"/>
            <a:ext cx="5911200" cy="7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2" name="Google Shape;852;p123"/>
          <p:cNvSpPr txBox="1"/>
          <p:nvPr>
            <p:ph hasCustomPrompt="1" idx="2" type="title"/>
          </p:nvPr>
        </p:nvSpPr>
        <p:spPr>
          <a:xfrm>
            <a:off x="3892350" y="1513025"/>
            <a:ext cx="13593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3" name="Google Shape;853;p123"/>
          <p:cNvSpPr txBox="1"/>
          <p:nvPr>
            <p:ph idx="1" type="subTitle"/>
          </p:nvPr>
        </p:nvSpPr>
        <p:spPr>
          <a:xfrm>
            <a:off x="2452800" y="3418225"/>
            <a:ext cx="42384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i="0"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4" name="Google Shape;854;p123"/>
          <p:cNvSpPr/>
          <p:nvPr/>
        </p:nvSpPr>
        <p:spPr>
          <a:xfrm rot="-9466206">
            <a:off x="2961125" y="1544915"/>
            <a:ext cx="343953" cy="309013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23"/>
          <p:cNvSpPr/>
          <p:nvPr/>
        </p:nvSpPr>
        <p:spPr>
          <a:xfrm rot="-8215282">
            <a:off x="-49521" y="86229"/>
            <a:ext cx="2804328" cy="1492060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_1"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24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58" name="Google Shape;858;p124"/>
          <p:cNvGrpSpPr/>
          <p:nvPr/>
        </p:nvGrpSpPr>
        <p:grpSpPr>
          <a:xfrm rot="1858457">
            <a:off x="-965212" y="2578009"/>
            <a:ext cx="2614815" cy="2948402"/>
            <a:chOff x="-613064" y="2641248"/>
            <a:chExt cx="2802423" cy="3159944"/>
          </a:xfrm>
        </p:grpSpPr>
        <p:sp>
          <p:nvSpPr>
            <p:cNvPr id="859" name="Google Shape;859;p124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24"/>
            <p:cNvSpPr/>
            <p:nvPr/>
          </p:nvSpPr>
          <p:spPr>
            <a:xfrm rot="10800000">
              <a:off x="439160" y="3739935"/>
              <a:ext cx="343967" cy="309026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1" name="Google Shape;861;p124"/>
          <p:cNvSpPr/>
          <p:nvPr/>
        </p:nvSpPr>
        <p:spPr>
          <a:xfrm rot="416511">
            <a:off x="7533421" y="476646"/>
            <a:ext cx="2100203" cy="111751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25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4" name="Google Shape;864;p125"/>
          <p:cNvSpPr/>
          <p:nvPr/>
        </p:nvSpPr>
        <p:spPr>
          <a:xfrm rot="3861238">
            <a:off x="-945024" y="3629065"/>
            <a:ext cx="2554492" cy="135913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25"/>
          <p:cNvSpPr/>
          <p:nvPr/>
        </p:nvSpPr>
        <p:spPr>
          <a:xfrm rot="-10476391">
            <a:off x="365692" y="3675952"/>
            <a:ext cx="290553" cy="26103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25"/>
          <p:cNvSpPr/>
          <p:nvPr/>
        </p:nvSpPr>
        <p:spPr>
          <a:xfrm rot="8376068">
            <a:off x="7495468" y="-170962"/>
            <a:ext cx="2554589" cy="135918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7_1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26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9" name="Google Shape;869;p126"/>
          <p:cNvSpPr/>
          <p:nvPr/>
        </p:nvSpPr>
        <p:spPr>
          <a:xfrm rot="4188218">
            <a:off x="-610055" y="796549"/>
            <a:ext cx="2554365" cy="135906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26"/>
          <p:cNvSpPr/>
          <p:nvPr/>
        </p:nvSpPr>
        <p:spPr>
          <a:xfrm rot="-8741144">
            <a:off x="374389" y="1900457"/>
            <a:ext cx="290537" cy="26102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26"/>
          <p:cNvSpPr/>
          <p:nvPr/>
        </p:nvSpPr>
        <p:spPr>
          <a:xfrm rot="2963579">
            <a:off x="5673470" y="4217538"/>
            <a:ext cx="2554336" cy="135905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4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27"/>
          <p:cNvSpPr txBox="1"/>
          <p:nvPr>
            <p:ph type="title"/>
          </p:nvPr>
        </p:nvSpPr>
        <p:spPr>
          <a:xfrm>
            <a:off x="1783025" y="2594149"/>
            <a:ext cx="55779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Quicksand"/>
              <a:buNone/>
              <a:defRPr sz="240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874" name="Google Shape;874;p127"/>
          <p:cNvSpPr txBox="1"/>
          <p:nvPr>
            <p:ph idx="2" type="title"/>
          </p:nvPr>
        </p:nvSpPr>
        <p:spPr>
          <a:xfrm>
            <a:off x="3239747" y="3977388"/>
            <a:ext cx="26643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grpSp>
        <p:nvGrpSpPr>
          <p:cNvPr id="875" name="Google Shape;875;p127"/>
          <p:cNvGrpSpPr/>
          <p:nvPr/>
        </p:nvGrpSpPr>
        <p:grpSpPr>
          <a:xfrm rot="10800000">
            <a:off x="6617889" y="-234202"/>
            <a:ext cx="2802423" cy="3159944"/>
            <a:chOff x="-613064" y="2641248"/>
            <a:chExt cx="2802423" cy="3159944"/>
          </a:xfrm>
        </p:grpSpPr>
        <p:sp>
          <p:nvSpPr>
            <p:cNvPr id="876" name="Google Shape;876;p127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27"/>
            <p:cNvSpPr/>
            <p:nvPr/>
          </p:nvSpPr>
          <p:spPr>
            <a:xfrm rot="6776251">
              <a:off x="914712" y="4708301"/>
              <a:ext cx="343986" cy="309044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8" name="Google Shape;878;p127"/>
          <p:cNvGrpSpPr/>
          <p:nvPr/>
        </p:nvGrpSpPr>
        <p:grpSpPr>
          <a:xfrm flipH="1" rot="10800000">
            <a:off x="-276311" y="-234202"/>
            <a:ext cx="2802423" cy="3159944"/>
            <a:chOff x="-613064" y="2641248"/>
            <a:chExt cx="2802423" cy="3159944"/>
          </a:xfrm>
        </p:grpSpPr>
        <p:sp>
          <p:nvSpPr>
            <p:cNvPr id="879" name="Google Shape;879;p127"/>
            <p:cNvSpPr/>
            <p:nvPr/>
          </p:nvSpPr>
          <p:spPr>
            <a:xfrm rot="3366422">
              <a:off x="-614056" y="3475169"/>
              <a:ext cx="2804406" cy="1492102"/>
            </a:xfrm>
            <a:custGeom>
              <a:rect b="b" l="l" r="r" t="t"/>
              <a:pathLst>
                <a:path extrusionOk="0" h="35776" w="67241">
                  <a:moveTo>
                    <a:pt x="56862" y="4217"/>
                  </a:moveTo>
                  <a:cubicBezTo>
                    <a:pt x="57095" y="4647"/>
                    <a:pt x="57275" y="5099"/>
                    <a:pt x="57386" y="5580"/>
                  </a:cubicBezTo>
                  <a:cubicBezTo>
                    <a:pt x="57641" y="6696"/>
                    <a:pt x="57327" y="7970"/>
                    <a:pt x="56157" y="8391"/>
                  </a:cubicBezTo>
                  <a:cubicBezTo>
                    <a:pt x="55968" y="8459"/>
                    <a:pt x="55785" y="8491"/>
                    <a:pt x="55611" y="8491"/>
                  </a:cubicBezTo>
                  <a:cubicBezTo>
                    <a:pt x="54794" y="8491"/>
                    <a:pt x="54189" y="7791"/>
                    <a:pt x="54251" y="6879"/>
                  </a:cubicBezTo>
                  <a:cubicBezTo>
                    <a:pt x="54328" y="5740"/>
                    <a:pt x="55312" y="5007"/>
                    <a:pt x="56245" y="4520"/>
                  </a:cubicBezTo>
                  <a:cubicBezTo>
                    <a:pt x="56446" y="4411"/>
                    <a:pt x="56653" y="4312"/>
                    <a:pt x="56862" y="4217"/>
                  </a:cubicBezTo>
                  <a:close/>
                  <a:moveTo>
                    <a:pt x="9348" y="28903"/>
                  </a:moveTo>
                  <a:cubicBezTo>
                    <a:pt x="9967" y="28903"/>
                    <a:pt x="10630" y="29478"/>
                    <a:pt x="10798" y="30134"/>
                  </a:cubicBezTo>
                  <a:cubicBezTo>
                    <a:pt x="11016" y="30989"/>
                    <a:pt x="10540" y="31807"/>
                    <a:pt x="9951" y="32449"/>
                  </a:cubicBezTo>
                  <a:cubicBezTo>
                    <a:pt x="9800" y="32361"/>
                    <a:pt x="9654" y="32266"/>
                    <a:pt x="9515" y="32169"/>
                  </a:cubicBezTo>
                  <a:cubicBezTo>
                    <a:pt x="8670" y="31581"/>
                    <a:pt x="7897" y="30519"/>
                    <a:pt x="8473" y="29474"/>
                  </a:cubicBezTo>
                  <a:cubicBezTo>
                    <a:pt x="8697" y="29068"/>
                    <a:pt x="9017" y="28903"/>
                    <a:pt x="9348" y="28903"/>
                  </a:cubicBezTo>
                  <a:close/>
                  <a:moveTo>
                    <a:pt x="49331" y="1"/>
                  </a:moveTo>
                  <a:cubicBezTo>
                    <a:pt x="48191" y="1"/>
                    <a:pt x="47055" y="186"/>
                    <a:pt x="46001" y="551"/>
                  </a:cubicBezTo>
                  <a:cubicBezTo>
                    <a:pt x="42154" y="1885"/>
                    <a:pt x="39305" y="5130"/>
                    <a:pt x="37409" y="8620"/>
                  </a:cubicBezTo>
                  <a:cubicBezTo>
                    <a:pt x="35112" y="12844"/>
                    <a:pt x="34026" y="17577"/>
                    <a:pt x="32221" y="22009"/>
                  </a:cubicBezTo>
                  <a:cubicBezTo>
                    <a:pt x="30581" y="26048"/>
                    <a:pt x="28215" y="30089"/>
                    <a:pt x="24340" y="32344"/>
                  </a:cubicBezTo>
                  <a:cubicBezTo>
                    <a:pt x="22127" y="33631"/>
                    <a:pt x="19566" y="34286"/>
                    <a:pt x="17007" y="34286"/>
                  </a:cubicBezTo>
                  <a:cubicBezTo>
                    <a:pt x="15425" y="34286"/>
                    <a:pt x="13843" y="34036"/>
                    <a:pt x="12344" y="33529"/>
                  </a:cubicBezTo>
                  <a:cubicBezTo>
                    <a:pt x="11605" y="33278"/>
                    <a:pt x="10859" y="32973"/>
                    <a:pt x="10176" y="32581"/>
                  </a:cubicBezTo>
                  <a:cubicBezTo>
                    <a:pt x="10389" y="32340"/>
                    <a:pt x="10579" y="32081"/>
                    <a:pt x="10738" y="31800"/>
                  </a:cubicBezTo>
                  <a:cubicBezTo>
                    <a:pt x="11157" y="31039"/>
                    <a:pt x="11254" y="30137"/>
                    <a:pt x="10729" y="29406"/>
                  </a:cubicBezTo>
                  <a:cubicBezTo>
                    <a:pt x="10418" y="28968"/>
                    <a:pt x="9912" y="28641"/>
                    <a:pt x="9388" y="28641"/>
                  </a:cubicBezTo>
                  <a:cubicBezTo>
                    <a:pt x="9198" y="28641"/>
                    <a:pt x="9007" y="28684"/>
                    <a:pt x="8821" y="28779"/>
                  </a:cubicBezTo>
                  <a:cubicBezTo>
                    <a:pt x="8171" y="29117"/>
                    <a:pt x="7942" y="29940"/>
                    <a:pt x="8064" y="30621"/>
                  </a:cubicBezTo>
                  <a:cubicBezTo>
                    <a:pt x="8223" y="31526"/>
                    <a:pt x="8996" y="32167"/>
                    <a:pt x="9743" y="32619"/>
                  </a:cubicBezTo>
                  <a:cubicBezTo>
                    <a:pt x="9753" y="32622"/>
                    <a:pt x="9764" y="32629"/>
                    <a:pt x="9774" y="32636"/>
                  </a:cubicBezTo>
                  <a:cubicBezTo>
                    <a:pt x="9623" y="32787"/>
                    <a:pt x="9470" y="32926"/>
                    <a:pt x="9321" y="33051"/>
                  </a:cubicBezTo>
                  <a:cubicBezTo>
                    <a:pt x="7388" y="34696"/>
                    <a:pt x="4856" y="35521"/>
                    <a:pt x="2327" y="35521"/>
                  </a:cubicBezTo>
                  <a:cubicBezTo>
                    <a:pt x="1545" y="35521"/>
                    <a:pt x="764" y="35442"/>
                    <a:pt x="1" y="35284"/>
                  </a:cubicBezTo>
                  <a:lnTo>
                    <a:pt x="1" y="35540"/>
                  </a:lnTo>
                  <a:cubicBezTo>
                    <a:pt x="766" y="35697"/>
                    <a:pt x="1548" y="35775"/>
                    <a:pt x="2331" y="35775"/>
                  </a:cubicBezTo>
                  <a:cubicBezTo>
                    <a:pt x="3657" y="35775"/>
                    <a:pt x="4983" y="35551"/>
                    <a:pt x="6229" y="35104"/>
                  </a:cubicBezTo>
                  <a:cubicBezTo>
                    <a:pt x="7109" y="34792"/>
                    <a:pt x="7949" y="34366"/>
                    <a:pt x="8715" y="33835"/>
                  </a:cubicBezTo>
                  <a:cubicBezTo>
                    <a:pt x="9164" y="33522"/>
                    <a:pt x="9613" y="33167"/>
                    <a:pt x="10004" y="32765"/>
                  </a:cubicBezTo>
                  <a:cubicBezTo>
                    <a:pt x="11615" y="33685"/>
                    <a:pt x="13449" y="34229"/>
                    <a:pt x="15285" y="34441"/>
                  </a:cubicBezTo>
                  <a:cubicBezTo>
                    <a:pt x="15854" y="34506"/>
                    <a:pt x="16426" y="34539"/>
                    <a:pt x="16998" y="34539"/>
                  </a:cubicBezTo>
                  <a:cubicBezTo>
                    <a:pt x="20412" y="34539"/>
                    <a:pt x="23813" y="33383"/>
                    <a:pt x="26434" y="31173"/>
                  </a:cubicBezTo>
                  <a:cubicBezTo>
                    <a:pt x="29781" y="28349"/>
                    <a:pt x="31708" y="24259"/>
                    <a:pt x="33175" y="20228"/>
                  </a:cubicBezTo>
                  <a:cubicBezTo>
                    <a:pt x="34804" y="15755"/>
                    <a:pt x="36013" y="11030"/>
                    <a:pt x="38667" y="7012"/>
                  </a:cubicBezTo>
                  <a:cubicBezTo>
                    <a:pt x="40889" y="3652"/>
                    <a:pt x="44285" y="632"/>
                    <a:pt x="48467" y="292"/>
                  </a:cubicBezTo>
                  <a:cubicBezTo>
                    <a:pt x="48749" y="269"/>
                    <a:pt x="49032" y="257"/>
                    <a:pt x="49316" y="257"/>
                  </a:cubicBezTo>
                  <a:cubicBezTo>
                    <a:pt x="50874" y="257"/>
                    <a:pt x="52443" y="609"/>
                    <a:pt x="53822" y="1338"/>
                  </a:cubicBezTo>
                  <a:cubicBezTo>
                    <a:pt x="54969" y="1944"/>
                    <a:pt x="56046" y="2866"/>
                    <a:pt x="56734" y="4000"/>
                  </a:cubicBezTo>
                  <a:cubicBezTo>
                    <a:pt x="55288" y="4676"/>
                    <a:pt x="53352" y="5967"/>
                    <a:pt x="54148" y="7812"/>
                  </a:cubicBezTo>
                  <a:cubicBezTo>
                    <a:pt x="54431" y="8469"/>
                    <a:pt x="54963" y="8741"/>
                    <a:pt x="55530" y="8741"/>
                  </a:cubicBezTo>
                  <a:cubicBezTo>
                    <a:pt x="56352" y="8741"/>
                    <a:pt x="57247" y="8166"/>
                    <a:pt x="57552" y="7360"/>
                  </a:cubicBezTo>
                  <a:cubicBezTo>
                    <a:pt x="57960" y="6287"/>
                    <a:pt x="57665" y="5128"/>
                    <a:pt x="57093" y="4111"/>
                  </a:cubicBezTo>
                  <a:cubicBezTo>
                    <a:pt x="57797" y="3798"/>
                    <a:pt x="58525" y="3541"/>
                    <a:pt x="59261" y="3326"/>
                  </a:cubicBezTo>
                  <a:cubicBezTo>
                    <a:pt x="60897" y="2854"/>
                    <a:pt x="62603" y="2621"/>
                    <a:pt x="64310" y="2621"/>
                  </a:cubicBezTo>
                  <a:cubicBezTo>
                    <a:pt x="65291" y="2621"/>
                    <a:pt x="66273" y="2698"/>
                    <a:pt x="67241" y="2852"/>
                  </a:cubicBezTo>
                  <a:lnTo>
                    <a:pt x="67241" y="2603"/>
                  </a:lnTo>
                  <a:cubicBezTo>
                    <a:pt x="66262" y="2446"/>
                    <a:pt x="65270" y="2367"/>
                    <a:pt x="64278" y="2367"/>
                  </a:cubicBezTo>
                  <a:cubicBezTo>
                    <a:pt x="63814" y="2367"/>
                    <a:pt x="63350" y="2384"/>
                    <a:pt x="62887" y="2419"/>
                  </a:cubicBezTo>
                  <a:cubicBezTo>
                    <a:pt x="60844" y="2576"/>
                    <a:pt x="58836" y="3067"/>
                    <a:pt x="56963" y="3893"/>
                  </a:cubicBezTo>
                  <a:cubicBezTo>
                    <a:pt x="56609" y="3319"/>
                    <a:pt x="56171" y="2801"/>
                    <a:pt x="55731" y="2382"/>
                  </a:cubicBezTo>
                  <a:cubicBezTo>
                    <a:pt x="54033" y="782"/>
                    <a:pt x="51674" y="1"/>
                    <a:pt x="49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27"/>
            <p:cNvSpPr/>
            <p:nvPr/>
          </p:nvSpPr>
          <p:spPr>
            <a:xfrm rot="6776251">
              <a:off x="914712" y="4708301"/>
              <a:ext cx="343986" cy="309044"/>
            </a:xfrm>
            <a:custGeom>
              <a:rect b="b" l="l" r="r" t="t"/>
              <a:pathLst>
                <a:path extrusionOk="0" h="9428" w="10494">
                  <a:moveTo>
                    <a:pt x="3639" y="395"/>
                  </a:moveTo>
                  <a:cubicBezTo>
                    <a:pt x="3847" y="395"/>
                    <a:pt x="4058" y="417"/>
                    <a:pt x="4269" y="464"/>
                  </a:cubicBezTo>
                  <a:cubicBezTo>
                    <a:pt x="5846" y="811"/>
                    <a:pt x="6848" y="2377"/>
                    <a:pt x="6503" y="3955"/>
                  </a:cubicBezTo>
                  <a:cubicBezTo>
                    <a:pt x="6201" y="5323"/>
                    <a:pt x="4985" y="6257"/>
                    <a:pt x="3639" y="6257"/>
                  </a:cubicBezTo>
                  <a:cubicBezTo>
                    <a:pt x="3432" y="6257"/>
                    <a:pt x="3222" y="6235"/>
                    <a:pt x="3011" y="6189"/>
                  </a:cubicBezTo>
                  <a:cubicBezTo>
                    <a:pt x="1433" y="5840"/>
                    <a:pt x="431" y="4274"/>
                    <a:pt x="778" y="2696"/>
                  </a:cubicBezTo>
                  <a:cubicBezTo>
                    <a:pt x="1078" y="1330"/>
                    <a:pt x="2294" y="395"/>
                    <a:pt x="3639" y="395"/>
                  </a:cubicBezTo>
                  <a:close/>
                  <a:moveTo>
                    <a:pt x="3640" y="1"/>
                  </a:moveTo>
                  <a:cubicBezTo>
                    <a:pt x="2113" y="1"/>
                    <a:pt x="735" y="1061"/>
                    <a:pt x="393" y="2612"/>
                  </a:cubicBezTo>
                  <a:cubicBezTo>
                    <a:pt x="0" y="4401"/>
                    <a:pt x="1136" y="6179"/>
                    <a:pt x="2927" y="6572"/>
                  </a:cubicBezTo>
                  <a:cubicBezTo>
                    <a:pt x="3166" y="6626"/>
                    <a:pt x="3405" y="6651"/>
                    <a:pt x="3641" y="6651"/>
                  </a:cubicBezTo>
                  <a:cubicBezTo>
                    <a:pt x="5166" y="6651"/>
                    <a:pt x="6545" y="5591"/>
                    <a:pt x="6886" y="4040"/>
                  </a:cubicBezTo>
                  <a:cubicBezTo>
                    <a:pt x="7280" y="2250"/>
                    <a:pt x="6144" y="474"/>
                    <a:pt x="4355" y="79"/>
                  </a:cubicBezTo>
                  <a:cubicBezTo>
                    <a:pt x="4115" y="26"/>
                    <a:pt x="3876" y="1"/>
                    <a:pt x="3640" y="1"/>
                  </a:cubicBezTo>
                  <a:close/>
                  <a:moveTo>
                    <a:pt x="9377" y="7781"/>
                  </a:moveTo>
                  <a:cubicBezTo>
                    <a:pt x="9421" y="7781"/>
                    <a:pt x="9466" y="7786"/>
                    <a:pt x="9511" y="7795"/>
                  </a:cubicBezTo>
                  <a:cubicBezTo>
                    <a:pt x="9848" y="7870"/>
                    <a:pt x="10062" y="8204"/>
                    <a:pt x="9987" y="8542"/>
                  </a:cubicBezTo>
                  <a:cubicBezTo>
                    <a:pt x="9952" y="8705"/>
                    <a:pt x="9855" y="8845"/>
                    <a:pt x="9714" y="8935"/>
                  </a:cubicBezTo>
                  <a:cubicBezTo>
                    <a:pt x="9611" y="9001"/>
                    <a:pt x="9495" y="9034"/>
                    <a:pt x="9377" y="9034"/>
                  </a:cubicBezTo>
                  <a:cubicBezTo>
                    <a:pt x="9332" y="9034"/>
                    <a:pt x="9287" y="9029"/>
                    <a:pt x="9242" y="9020"/>
                  </a:cubicBezTo>
                  <a:cubicBezTo>
                    <a:pt x="8905" y="8945"/>
                    <a:pt x="8691" y="8611"/>
                    <a:pt x="8766" y="8273"/>
                  </a:cubicBezTo>
                  <a:cubicBezTo>
                    <a:pt x="8829" y="7981"/>
                    <a:pt x="9089" y="7781"/>
                    <a:pt x="9377" y="7781"/>
                  </a:cubicBezTo>
                  <a:close/>
                  <a:moveTo>
                    <a:pt x="9378" y="7387"/>
                  </a:moveTo>
                  <a:cubicBezTo>
                    <a:pt x="8909" y="7387"/>
                    <a:pt x="8485" y="7712"/>
                    <a:pt x="8381" y="8189"/>
                  </a:cubicBezTo>
                  <a:cubicBezTo>
                    <a:pt x="8260" y="8737"/>
                    <a:pt x="8608" y="9282"/>
                    <a:pt x="9158" y="9403"/>
                  </a:cubicBezTo>
                  <a:cubicBezTo>
                    <a:pt x="9231" y="9420"/>
                    <a:pt x="9305" y="9427"/>
                    <a:pt x="9379" y="9427"/>
                  </a:cubicBezTo>
                  <a:cubicBezTo>
                    <a:pt x="9571" y="9427"/>
                    <a:pt x="9759" y="9372"/>
                    <a:pt x="9927" y="9267"/>
                  </a:cubicBezTo>
                  <a:cubicBezTo>
                    <a:pt x="10156" y="9119"/>
                    <a:pt x="10315" y="8892"/>
                    <a:pt x="10372" y="8626"/>
                  </a:cubicBezTo>
                  <a:cubicBezTo>
                    <a:pt x="10493" y="8076"/>
                    <a:pt x="10145" y="7531"/>
                    <a:pt x="9595" y="7410"/>
                  </a:cubicBezTo>
                  <a:cubicBezTo>
                    <a:pt x="9522" y="7394"/>
                    <a:pt x="9449" y="7387"/>
                    <a:pt x="9378" y="7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5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28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83" name="Google Shape;883;p128"/>
          <p:cNvSpPr/>
          <p:nvPr/>
        </p:nvSpPr>
        <p:spPr>
          <a:xfrm rot="-8728138">
            <a:off x="8657537" y="4683755"/>
            <a:ext cx="323233" cy="29037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28"/>
          <p:cNvSpPr/>
          <p:nvPr/>
        </p:nvSpPr>
        <p:spPr>
          <a:xfrm rot="1062923">
            <a:off x="7203236" y="3964673"/>
            <a:ext cx="2455061" cy="130611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28"/>
          <p:cNvSpPr/>
          <p:nvPr/>
        </p:nvSpPr>
        <p:spPr>
          <a:xfrm rot="-4500844">
            <a:off x="241987" y="4616669"/>
            <a:ext cx="323243" cy="290384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28"/>
          <p:cNvSpPr txBox="1"/>
          <p:nvPr>
            <p:ph idx="1" type="subTitle"/>
          </p:nvPr>
        </p:nvSpPr>
        <p:spPr>
          <a:xfrm>
            <a:off x="4981100" y="1750000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87" name="Google Shape;887;p128"/>
          <p:cNvSpPr txBox="1"/>
          <p:nvPr>
            <p:ph idx="2" type="subTitle"/>
          </p:nvPr>
        </p:nvSpPr>
        <p:spPr>
          <a:xfrm>
            <a:off x="4981100" y="2099250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8" name="Google Shape;888;p128"/>
          <p:cNvSpPr txBox="1"/>
          <p:nvPr>
            <p:ph idx="3" type="subTitle"/>
          </p:nvPr>
        </p:nvSpPr>
        <p:spPr>
          <a:xfrm>
            <a:off x="4981100" y="3298425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89" name="Google Shape;889;p128"/>
          <p:cNvSpPr txBox="1"/>
          <p:nvPr>
            <p:ph idx="4" type="subTitle"/>
          </p:nvPr>
        </p:nvSpPr>
        <p:spPr>
          <a:xfrm>
            <a:off x="4981100" y="3647675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29"/>
          <p:cNvSpPr txBox="1"/>
          <p:nvPr>
            <p:ph idx="1" type="subTitle"/>
          </p:nvPr>
        </p:nvSpPr>
        <p:spPr>
          <a:xfrm>
            <a:off x="1531000" y="1222763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92" name="Google Shape;892;p129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3" name="Google Shape;893;p129"/>
          <p:cNvSpPr txBox="1"/>
          <p:nvPr>
            <p:ph idx="2" type="subTitle"/>
          </p:nvPr>
        </p:nvSpPr>
        <p:spPr>
          <a:xfrm>
            <a:off x="1531000" y="1495829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4" name="Google Shape;894;p129"/>
          <p:cNvSpPr txBox="1"/>
          <p:nvPr>
            <p:ph idx="3" type="subTitle"/>
          </p:nvPr>
        </p:nvSpPr>
        <p:spPr>
          <a:xfrm>
            <a:off x="1531000" y="3536800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95" name="Google Shape;895;p129"/>
          <p:cNvSpPr txBox="1"/>
          <p:nvPr>
            <p:ph idx="4" type="subTitle"/>
          </p:nvPr>
        </p:nvSpPr>
        <p:spPr>
          <a:xfrm>
            <a:off x="1531000" y="3813015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6" name="Google Shape;896;p129"/>
          <p:cNvSpPr txBox="1"/>
          <p:nvPr>
            <p:ph idx="5" type="subTitle"/>
          </p:nvPr>
        </p:nvSpPr>
        <p:spPr>
          <a:xfrm>
            <a:off x="1531000" y="2379782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97" name="Google Shape;897;p129"/>
          <p:cNvSpPr txBox="1"/>
          <p:nvPr>
            <p:ph idx="6" type="subTitle"/>
          </p:nvPr>
        </p:nvSpPr>
        <p:spPr>
          <a:xfrm>
            <a:off x="1531000" y="2654422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8" name="Google Shape;898;p129"/>
          <p:cNvSpPr/>
          <p:nvPr/>
        </p:nvSpPr>
        <p:spPr>
          <a:xfrm rot="-10383505">
            <a:off x="7018557" y="971047"/>
            <a:ext cx="2520344" cy="134105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29"/>
          <p:cNvSpPr/>
          <p:nvPr/>
        </p:nvSpPr>
        <p:spPr>
          <a:xfrm flipH="1" rot="-416511">
            <a:off x="-1013154" y="-673504"/>
            <a:ext cx="2100203" cy="1117515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29"/>
          <p:cNvSpPr/>
          <p:nvPr/>
        </p:nvSpPr>
        <p:spPr>
          <a:xfrm flipH="1" rot="10800000">
            <a:off x="8559980" y="1519570"/>
            <a:ext cx="361912" cy="32517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1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30"/>
          <p:cNvSpPr txBox="1"/>
          <p:nvPr>
            <p:ph idx="1" type="subTitle"/>
          </p:nvPr>
        </p:nvSpPr>
        <p:spPr>
          <a:xfrm>
            <a:off x="1219461" y="1412559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03" name="Google Shape;903;p130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4" name="Google Shape;904;p130"/>
          <p:cNvSpPr txBox="1"/>
          <p:nvPr>
            <p:ph idx="2" type="subTitle"/>
          </p:nvPr>
        </p:nvSpPr>
        <p:spPr>
          <a:xfrm>
            <a:off x="1219451" y="1778253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5" name="Google Shape;905;p130"/>
          <p:cNvSpPr txBox="1"/>
          <p:nvPr>
            <p:ph idx="3" type="subTitle"/>
          </p:nvPr>
        </p:nvSpPr>
        <p:spPr>
          <a:xfrm>
            <a:off x="5044258" y="1412547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06" name="Google Shape;906;p130"/>
          <p:cNvSpPr txBox="1"/>
          <p:nvPr>
            <p:ph idx="4" type="subTitle"/>
          </p:nvPr>
        </p:nvSpPr>
        <p:spPr>
          <a:xfrm>
            <a:off x="5044249" y="1778238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p130"/>
          <p:cNvSpPr txBox="1"/>
          <p:nvPr>
            <p:ph idx="5" type="subTitle"/>
          </p:nvPr>
        </p:nvSpPr>
        <p:spPr>
          <a:xfrm>
            <a:off x="5044258" y="3243747"/>
            <a:ext cx="1993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08" name="Google Shape;908;p130"/>
          <p:cNvSpPr txBox="1"/>
          <p:nvPr>
            <p:ph idx="6" type="subTitle"/>
          </p:nvPr>
        </p:nvSpPr>
        <p:spPr>
          <a:xfrm>
            <a:off x="5044249" y="3609438"/>
            <a:ext cx="2880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p130"/>
          <p:cNvSpPr/>
          <p:nvPr/>
        </p:nvSpPr>
        <p:spPr>
          <a:xfrm rot="-849422">
            <a:off x="1820922" y="336633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30"/>
          <p:cNvSpPr/>
          <p:nvPr/>
        </p:nvSpPr>
        <p:spPr>
          <a:xfrm rot="6584380">
            <a:off x="541243" y="4463204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30"/>
          <p:cNvSpPr/>
          <p:nvPr/>
        </p:nvSpPr>
        <p:spPr>
          <a:xfrm rot="-849422">
            <a:off x="7295722" y="1273811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1_1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31"/>
          <p:cNvSpPr txBox="1"/>
          <p:nvPr>
            <p:ph idx="1" type="subTitle"/>
          </p:nvPr>
        </p:nvSpPr>
        <p:spPr>
          <a:xfrm>
            <a:off x="2185803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14" name="Google Shape;914;p131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5" name="Google Shape;915;p131"/>
          <p:cNvSpPr txBox="1"/>
          <p:nvPr>
            <p:ph idx="2" type="subTitle"/>
          </p:nvPr>
        </p:nvSpPr>
        <p:spPr>
          <a:xfrm>
            <a:off x="21857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6" name="Google Shape;916;p131"/>
          <p:cNvSpPr txBox="1"/>
          <p:nvPr>
            <p:ph idx="3" type="subTitle"/>
          </p:nvPr>
        </p:nvSpPr>
        <p:spPr>
          <a:xfrm>
            <a:off x="6387406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17" name="Google Shape;917;p131"/>
          <p:cNvSpPr txBox="1"/>
          <p:nvPr>
            <p:ph idx="4" type="subTitle"/>
          </p:nvPr>
        </p:nvSpPr>
        <p:spPr>
          <a:xfrm>
            <a:off x="63873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131"/>
          <p:cNvSpPr txBox="1"/>
          <p:nvPr>
            <p:ph idx="5" type="subTitle"/>
          </p:nvPr>
        </p:nvSpPr>
        <p:spPr>
          <a:xfrm>
            <a:off x="4286601" y="3431667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19" name="Google Shape;919;p131"/>
          <p:cNvSpPr txBox="1"/>
          <p:nvPr>
            <p:ph idx="6" type="subTitle"/>
          </p:nvPr>
        </p:nvSpPr>
        <p:spPr>
          <a:xfrm>
            <a:off x="4286599" y="3797350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0" name="Google Shape;920;p131"/>
          <p:cNvSpPr/>
          <p:nvPr/>
        </p:nvSpPr>
        <p:spPr>
          <a:xfrm rot="-9859298">
            <a:off x="-1014915" y="3994999"/>
            <a:ext cx="2804229" cy="14920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31"/>
          <p:cNvSpPr/>
          <p:nvPr/>
        </p:nvSpPr>
        <p:spPr>
          <a:xfrm rot="-6805797">
            <a:off x="7202721" y="4287417"/>
            <a:ext cx="2804191" cy="149198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31"/>
          <p:cNvSpPr/>
          <p:nvPr/>
        </p:nvSpPr>
        <p:spPr>
          <a:xfrm rot="6584380">
            <a:off x="8606743" y="4586492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_1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32"/>
          <p:cNvSpPr txBox="1"/>
          <p:nvPr>
            <p:ph idx="1" type="subTitle"/>
          </p:nvPr>
        </p:nvSpPr>
        <p:spPr>
          <a:xfrm>
            <a:off x="1265434" y="3066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25" name="Google Shape;925;p132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6" name="Google Shape;926;p132"/>
          <p:cNvSpPr txBox="1"/>
          <p:nvPr>
            <p:ph idx="2" type="subTitle"/>
          </p:nvPr>
        </p:nvSpPr>
        <p:spPr>
          <a:xfrm>
            <a:off x="716734" y="3432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132"/>
          <p:cNvSpPr txBox="1"/>
          <p:nvPr>
            <p:ph idx="3" type="subTitle"/>
          </p:nvPr>
        </p:nvSpPr>
        <p:spPr>
          <a:xfrm>
            <a:off x="3941100" y="2304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28" name="Google Shape;928;p132"/>
          <p:cNvSpPr txBox="1"/>
          <p:nvPr>
            <p:ph idx="4" type="subTitle"/>
          </p:nvPr>
        </p:nvSpPr>
        <p:spPr>
          <a:xfrm>
            <a:off x="3392400" y="2670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p132"/>
          <p:cNvSpPr txBox="1"/>
          <p:nvPr>
            <p:ph idx="5" type="subTitle"/>
          </p:nvPr>
        </p:nvSpPr>
        <p:spPr>
          <a:xfrm>
            <a:off x="6616766" y="3066511"/>
            <a:ext cx="126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30" name="Google Shape;930;p132"/>
          <p:cNvSpPr txBox="1"/>
          <p:nvPr>
            <p:ph idx="6" type="subTitle"/>
          </p:nvPr>
        </p:nvSpPr>
        <p:spPr>
          <a:xfrm>
            <a:off x="6068066" y="3432202"/>
            <a:ext cx="2359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1" name="Google Shape;931;p132"/>
          <p:cNvSpPr/>
          <p:nvPr/>
        </p:nvSpPr>
        <p:spPr>
          <a:xfrm rot="-849422">
            <a:off x="-316003" y="156898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32"/>
          <p:cNvSpPr/>
          <p:nvPr/>
        </p:nvSpPr>
        <p:spPr>
          <a:xfrm rot="6584380">
            <a:off x="4442343" y="4463217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32"/>
          <p:cNvSpPr/>
          <p:nvPr/>
        </p:nvSpPr>
        <p:spPr>
          <a:xfrm flipH="1" rot="849422">
            <a:off x="6763647" y="1568986"/>
            <a:ext cx="2804225" cy="1492006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3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33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6" name="Google Shape;936;p133"/>
          <p:cNvSpPr txBox="1"/>
          <p:nvPr>
            <p:ph idx="1" type="subTitle"/>
          </p:nvPr>
        </p:nvSpPr>
        <p:spPr>
          <a:xfrm>
            <a:off x="1992469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37" name="Google Shape;937;p133"/>
          <p:cNvSpPr txBox="1"/>
          <p:nvPr>
            <p:ph idx="2" type="subTitle"/>
          </p:nvPr>
        </p:nvSpPr>
        <p:spPr>
          <a:xfrm>
            <a:off x="1992469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8" name="Google Shape;938;p133"/>
          <p:cNvSpPr txBox="1"/>
          <p:nvPr>
            <p:ph idx="3" type="subTitle"/>
          </p:nvPr>
        </p:nvSpPr>
        <p:spPr>
          <a:xfrm>
            <a:off x="5468870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39" name="Google Shape;939;p133"/>
          <p:cNvSpPr txBox="1"/>
          <p:nvPr>
            <p:ph idx="4" type="subTitle"/>
          </p:nvPr>
        </p:nvSpPr>
        <p:spPr>
          <a:xfrm>
            <a:off x="5468870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0" name="Google Shape;940;p133"/>
          <p:cNvSpPr txBox="1"/>
          <p:nvPr>
            <p:ph idx="5" type="subTitle"/>
          </p:nvPr>
        </p:nvSpPr>
        <p:spPr>
          <a:xfrm>
            <a:off x="1992469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41" name="Google Shape;941;p133"/>
          <p:cNvSpPr txBox="1"/>
          <p:nvPr>
            <p:ph idx="6" type="subTitle"/>
          </p:nvPr>
        </p:nvSpPr>
        <p:spPr>
          <a:xfrm>
            <a:off x="1992469" y="3621778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133"/>
          <p:cNvSpPr txBox="1"/>
          <p:nvPr>
            <p:ph idx="7" type="subTitle"/>
          </p:nvPr>
        </p:nvSpPr>
        <p:spPr>
          <a:xfrm>
            <a:off x="5468870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43" name="Google Shape;943;p133"/>
          <p:cNvSpPr txBox="1"/>
          <p:nvPr>
            <p:ph idx="8" type="subTitle"/>
          </p:nvPr>
        </p:nvSpPr>
        <p:spPr>
          <a:xfrm>
            <a:off x="5468870" y="3623926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p133"/>
          <p:cNvSpPr/>
          <p:nvPr/>
        </p:nvSpPr>
        <p:spPr>
          <a:xfrm rot="5040266">
            <a:off x="511268" y="3558760"/>
            <a:ext cx="368967" cy="331487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33"/>
          <p:cNvSpPr/>
          <p:nvPr/>
        </p:nvSpPr>
        <p:spPr>
          <a:xfrm flipH="1" rot="1702846">
            <a:off x="-1217185" y="2707299"/>
            <a:ext cx="2804485" cy="14921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33"/>
          <p:cNvSpPr/>
          <p:nvPr/>
        </p:nvSpPr>
        <p:spPr>
          <a:xfrm flipH="1" rot="1702846">
            <a:off x="7357803" y="3673374"/>
            <a:ext cx="2804485" cy="14921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33"/>
          <p:cNvSpPr/>
          <p:nvPr/>
        </p:nvSpPr>
        <p:spPr>
          <a:xfrm rot="5040266">
            <a:off x="8253468" y="4579385"/>
            <a:ext cx="368967" cy="331487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8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34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0" name="Google Shape;950;p134"/>
          <p:cNvSpPr txBox="1"/>
          <p:nvPr>
            <p:ph idx="1" type="subTitle"/>
          </p:nvPr>
        </p:nvSpPr>
        <p:spPr>
          <a:xfrm>
            <a:off x="1142462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51" name="Google Shape;951;p134"/>
          <p:cNvSpPr txBox="1"/>
          <p:nvPr>
            <p:ph idx="2" type="subTitle"/>
          </p:nvPr>
        </p:nvSpPr>
        <p:spPr>
          <a:xfrm>
            <a:off x="731012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2" name="Google Shape;952;p134"/>
          <p:cNvSpPr txBox="1"/>
          <p:nvPr>
            <p:ph idx="3" type="subTitle"/>
          </p:nvPr>
        </p:nvSpPr>
        <p:spPr>
          <a:xfrm>
            <a:off x="3950250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53" name="Google Shape;953;p134"/>
          <p:cNvSpPr txBox="1"/>
          <p:nvPr>
            <p:ph idx="4" type="subTitle"/>
          </p:nvPr>
        </p:nvSpPr>
        <p:spPr>
          <a:xfrm>
            <a:off x="3538800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4" name="Google Shape;954;p134"/>
          <p:cNvSpPr txBox="1"/>
          <p:nvPr>
            <p:ph idx="5" type="subTitle"/>
          </p:nvPr>
        </p:nvSpPr>
        <p:spPr>
          <a:xfrm>
            <a:off x="6758038" y="1945962"/>
            <a:ext cx="12435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55" name="Google Shape;955;p134"/>
          <p:cNvSpPr txBox="1"/>
          <p:nvPr>
            <p:ph idx="6" type="subTitle"/>
          </p:nvPr>
        </p:nvSpPr>
        <p:spPr>
          <a:xfrm>
            <a:off x="6346588" y="2267256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6" name="Google Shape;956;p134"/>
          <p:cNvSpPr txBox="1"/>
          <p:nvPr>
            <p:ph idx="7" type="subTitle"/>
          </p:nvPr>
        </p:nvSpPr>
        <p:spPr>
          <a:xfrm>
            <a:off x="1142462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57" name="Google Shape;957;p134"/>
          <p:cNvSpPr txBox="1"/>
          <p:nvPr>
            <p:ph idx="8" type="subTitle"/>
          </p:nvPr>
        </p:nvSpPr>
        <p:spPr>
          <a:xfrm>
            <a:off x="731012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8" name="Google Shape;958;p134"/>
          <p:cNvSpPr txBox="1"/>
          <p:nvPr>
            <p:ph idx="9" type="subTitle"/>
          </p:nvPr>
        </p:nvSpPr>
        <p:spPr>
          <a:xfrm>
            <a:off x="3950250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59" name="Google Shape;959;p134"/>
          <p:cNvSpPr txBox="1"/>
          <p:nvPr>
            <p:ph idx="13" type="subTitle"/>
          </p:nvPr>
        </p:nvSpPr>
        <p:spPr>
          <a:xfrm>
            <a:off x="3538800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34"/>
          <p:cNvSpPr txBox="1"/>
          <p:nvPr>
            <p:ph idx="14" type="subTitle"/>
          </p:nvPr>
        </p:nvSpPr>
        <p:spPr>
          <a:xfrm>
            <a:off x="6758038" y="3753643"/>
            <a:ext cx="1243500" cy="3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rtel"/>
              <a:buNone/>
              <a:defRPr b="1" sz="21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961" name="Google Shape;961;p134"/>
          <p:cNvSpPr txBox="1"/>
          <p:nvPr>
            <p:ph idx="15" type="subTitle"/>
          </p:nvPr>
        </p:nvSpPr>
        <p:spPr>
          <a:xfrm>
            <a:off x="6346588" y="4074343"/>
            <a:ext cx="20664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134"/>
          <p:cNvSpPr/>
          <p:nvPr/>
        </p:nvSpPr>
        <p:spPr>
          <a:xfrm rot="9313262">
            <a:off x="7765343" y="3386195"/>
            <a:ext cx="2638742" cy="140395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34"/>
          <p:cNvSpPr/>
          <p:nvPr/>
        </p:nvSpPr>
        <p:spPr>
          <a:xfrm rot="-6681293">
            <a:off x="8549300" y="3180570"/>
            <a:ext cx="251296" cy="225769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134"/>
          <p:cNvSpPr/>
          <p:nvPr/>
        </p:nvSpPr>
        <p:spPr>
          <a:xfrm rot="9313262">
            <a:off x="-1523057" y="766945"/>
            <a:ext cx="2638742" cy="140395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34"/>
          <p:cNvSpPr/>
          <p:nvPr/>
        </p:nvSpPr>
        <p:spPr>
          <a:xfrm rot="-8460514">
            <a:off x="206671" y="1050615"/>
            <a:ext cx="251299" cy="22577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5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35"/>
          <p:cNvSpPr txBox="1"/>
          <p:nvPr>
            <p:ph hasCustomPrompt="1" type="title"/>
          </p:nvPr>
        </p:nvSpPr>
        <p:spPr>
          <a:xfrm>
            <a:off x="4865136" y="76039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8" name="Google Shape;968;p135"/>
          <p:cNvSpPr txBox="1"/>
          <p:nvPr>
            <p:ph idx="1" type="subTitle"/>
          </p:nvPr>
        </p:nvSpPr>
        <p:spPr>
          <a:xfrm>
            <a:off x="4590186" y="1330584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9" name="Google Shape;969;p135"/>
          <p:cNvSpPr txBox="1"/>
          <p:nvPr>
            <p:ph hasCustomPrompt="1" idx="2" type="title"/>
          </p:nvPr>
        </p:nvSpPr>
        <p:spPr>
          <a:xfrm>
            <a:off x="4865136" y="352504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0" name="Google Shape;970;p135"/>
          <p:cNvSpPr txBox="1"/>
          <p:nvPr>
            <p:ph idx="3" type="subTitle"/>
          </p:nvPr>
        </p:nvSpPr>
        <p:spPr>
          <a:xfrm>
            <a:off x="4590186" y="4093620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1" name="Google Shape;971;p135"/>
          <p:cNvSpPr txBox="1"/>
          <p:nvPr>
            <p:ph hasCustomPrompt="1" idx="4" type="title"/>
          </p:nvPr>
        </p:nvSpPr>
        <p:spPr>
          <a:xfrm>
            <a:off x="4865136" y="2182624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2" name="Google Shape;972;p135"/>
          <p:cNvSpPr txBox="1"/>
          <p:nvPr>
            <p:ph idx="5" type="subTitle"/>
          </p:nvPr>
        </p:nvSpPr>
        <p:spPr>
          <a:xfrm>
            <a:off x="4590186" y="2712102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35"/>
          <p:cNvSpPr/>
          <p:nvPr/>
        </p:nvSpPr>
        <p:spPr>
          <a:xfrm rot="1083484">
            <a:off x="4143886" y="-672291"/>
            <a:ext cx="2804234" cy="149201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0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36"/>
          <p:cNvSpPr txBox="1"/>
          <p:nvPr>
            <p:ph type="title"/>
          </p:nvPr>
        </p:nvSpPr>
        <p:spPr>
          <a:xfrm>
            <a:off x="717150" y="539500"/>
            <a:ext cx="48312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76" name="Google Shape;976;p136"/>
          <p:cNvSpPr txBox="1"/>
          <p:nvPr>
            <p:ph idx="1" type="body"/>
          </p:nvPr>
        </p:nvSpPr>
        <p:spPr>
          <a:xfrm>
            <a:off x="1203450" y="1866625"/>
            <a:ext cx="3858600" cy="81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7" name="Google Shape;977;p136"/>
          <p:cNvSpPr/>
          <p:nvPr/>
        </p:nvSpPr>
        <p:spPr>
          <a:xfrm rot="2210463">
            <a:off x="99465" y="2875936"/>
            <a:ext cx="2804152" cy="1491967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36"/>
          <p:cNvSpPr/>
          <p:nvPr/>
        </p:nvSpPr>
        <p:spPr>
          <a:xfrm rot="2937724">
            <a:off x="8511908" y="1198766"/>
            <a:ext cx="2804104" cy="149194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0_1_2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37"/>
          <p:cNvSpPr/>
          <p:nvPr/>
        </p:nvSpPr>
        <p:spPr>
          <a:xfrm rot="2937724">
            <a:off x="8606708" y="4501991"/>
            <a:ext cx="2804104" cy="1491941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37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2" name="Google Shape;982;p137"/>
          <p:cNvSpPr/>
          <p:nvPr/>
        </p:nvSpPr>
        <p:spPr>
          <a:xfrm rot="4039828">
            <a:off x="-1917489" y="1497758"/>
            <a:ext cx="2804067" cy="149192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37"/>
          <p:cNvSpPr txBox="1"/>
          <p:nvPr>
            <p:ph idx="1" type="subTitle"/>
          </p:nvPr>
        </p:nvSpPr>
        <p:spPr>
          <a:xfrm>
            <a:off x="713225" y="1105625"/>
            <a:ext cx="76638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0_1_1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38"/>
          <p:cNvSpPr txBox="1"/>
          <p:nvPr>
            <p:ph type="title"/>
          </p:nvPr>
        </p:nvSpPr>
        <p:spPr>
          <a:xfrm>
            <a:off x="1938750" y="1373826"/>
            <a:ext cx="5266500" cy="17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1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6" name="Google Shape;986;p138"/>
          <p:cNvSpPr txBox="1"/>
          <p:nvPr>
            <p:ph idx="1" type="subTitle"/>
          </p:nvPr>
        </p:nvSpPr>
        <p:spPr>
          <a:xfrm>
            <a:off x="2300400" y="3190893"/>
            <a:ext cx="4543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" name="Google Shape;987;p138"/>
          <p:cNvSpPr/>
          <p:nvPr/>
        </p:nvSpPr>
        <p:spPr>
          <a:xfrm rot="-10383505">
            <a:off x="8080157" y="1973197"/>
            <a:ext cx="2520344" cy="134105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38"/>
          <p:cNvSpPr/>
          <p:nvPr/>
        </p:nvSpPr>
        <p:spPr>
          <a:xfrm rot="8570839">
            <a:off x="-885062" y="3730423"/>
            <a:ext cx="2520391" cy="1341044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0"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39"/>
          <p:cNvSpPr txBox="1"/>
          <p:nvPr>
            <p:ph type="ctrTitle"/>
          </p:nvPr>
        </p:nvSpPr>
        <p:spPr>
          <a:xfrm>
            <a:off x="2938725" y="995583"/>
            <a:ext cx="3163800" cy="75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91" name="Google Shape;991;p139"/>
          <p:cNvSpPr txBox="1"/>
          <p:nvPr/>
        </p:nvSpPr>
        <p:spPr>
          <a:xfrm>
            <a:off x="2089600" y="4124425"/>
            <a:ext cx="4965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4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CREDITS:</a:t>
            </a:r>
            <a:r>
              <a:rPr lang="en" sz="1050">
                <a:solidFill>
                  <a:schemeClr val="accent4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This presentation template was created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Slidesgo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Flaticon</a:t>
            </a:r>
            <a:r>
              <a:rPr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 and infographics &amp; images by </a:t>
            </a:r>
            <a:r>
              <a:rPr b="1" lang="en" sz="105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Freepik</a:t>
            </a:r>
            <a:endParaRPr sz="1050">
              <a:solidFill>
                <a:schemeClr val="accent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92" name="Google Shape;992;p139"/>
          <p:cNvSpPr txBox="1"/>
          <p:nvPr>
            <p:ph idx="1" type="subTitle"/>
          </p:nvPr>
        </p:nvSpPr>
        <p:spPr>
          <a:xfrm>
            <a:off x="2990100" y="2704300"/>
            <a:ext cx="3163800" cy="8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93" name="Google Shape;993;p139"/>
          <p:cNvSpPr/>
          <p:nvPr/>
        </p:nvSpPr>
        <p:spPr>
          <a:xfrm>
            <a:off x="541230" y="384975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1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40"/>
          <p:cNvSpPr/>
          <p:nvPr/>
        </p:nvSpPr>
        <p:spPr>
          <a:xfrm>
            <a:off x="6742317" y="867444"/>
            <a:ext cx="243" cy="122"/>
          </a:xfrm>
          <a:custGeom>
            <a:rect b="b" l="l" r="r" t="t"/>
            <a:pathLst>
              <a:path extrusionOk="0" h="1" w="2">
                <a:moveTo>
                  <a:pt x="1" y="0"/>
                </a:moveTo>
                <a:cubicBezTo>
                  <a:pt x="0" y="0"/>
                  <a:pt x="0" y="0"/>
                  <a:pt x="0" y="1"/>
                </a:cubicBezTo>
                <a:lnTo>
                  <a:pt x="2" y="1"/>
                </a:lnTo>
                <a:cubicBezTo>
                  <a:pt x="2" y="1"/>
                  <a:pt x="1" y="0"/>
                  <a:pt x="1" y="0"/>
                </a:cubicBezTo>
                <a:close/>
              </a:path>
            </a:pathLst>
          </a:custGeom>
          <a:solidFill>
            <a:srgbClr val="E4EE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40"/>
          <p:cNvSpPr/>
          <p:nvPr/>
        </p:nvSpPr>
        <p:spPr>
          <a:xfrm>
            <a:off x="6742317" y="863673"/>
            <a:ext cx="6933" cy="3892"/>
          </a:xfrm>
          <a:custGeom>
            <a:rect b="b" l="l" r="r" t="t"/>
            <a:pathLst>
              <a:path extrusionOk="0" h="32" w="57">
                <a:moveTo>
                  <a:pt x="57" y="1"/>
                </a:moveTo>
                <a:lnTo>
                  <a:pt x="57" y="1"/>
                </a:lnTo>
                <a:cubicBezTo>
                  <a:pt x="38" y="15"/>
                  <a:pt x="20" y="28"/>
                  <a:pt x="0" y="32"/>
                </a:cubicBezTo>
                <a:lnTo>
                  <a:pt x="2" y="32"/>
                </a:lnTo>
                <a:cubicBezTo>
                  <a:pt x="4" y="31"/>
                  <a:pt x="6" y="31"/>
                  <a:pt x="9" y="31"/>
                </a:cubicBezTo>
                <a:cubicBezTo>
                  <a:pt x="11" y="31"/>
                  <a:pt x="14" y="31"/>
                  <a:pt x="16" y="30"/>
                </a:cubicBezTo>
                <a:cubicBezTo>
                  <a:pt x="30" y="25"/>
                  <a:pt x="44" y="11"/>
                  <a:pt x="57" y="1"/>
                </a:cubicBezTo>
                <a:close/>
              </a:path>
            </a:pathLst>
          </a:custGeom>
          <a:solidFill>
            <a:srgbClr val="007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40"/>
          <p:cNvSpPr/>
          <p:nvPr/>
        </p:nvSpPr>
        <p:spPr>
          <a:xfrm>
            <a:off x="6752535" y="846765"/>
            <a:ext cx="9366" cy="14718"/>
          </a:xfrm>
          <a:custGeom>
            <a:rect b="b" l="l" r="r" t="t"/>
            <a:pathLst>
              <a:path extrusionOk="0" h="121" w="77">
                <a:moveTo>
                  <a:pt x="77" y="1"/>
                </a:moveTo>
                <a:cubicBezTo>
                  <a:pt x="53" y="53"/>
                  <a:pt x="27" y="92"/>
                  <a:pt x="1" y="120"/>
                </a:cubicBezTo>
                <a:cubicBezTo>
                  <a:pt x="27" y="92"/>
                  <a:pt x="53" y="53"/>
                  <a:pt x="77" y="1"/>
                </a:cubicBezTo>
                <a:close/>
              </a:path>
            </a:pathLst>
          </a:custGeom>
          <a:solidFill>
            <a:srgbClr val="007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40"/>
          <p:cNvSpPr/>
          <p:nvPr/>
        </p:nvSpPr>
        <p:spPr>
          <a:xfrm>
            <a:off x="713225" y="-268377"/>
            <a:ext cx="2666274" cy="1418608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140"/>
          <p:cNvSpPr/>
          <p:nvPr/>
        </p:nvSpPr>
        <p:spPr>
          <a:xfrm>
            <a:off x="1035780" y="286400"/>
            <a:ext cx="343993" cy="309050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140"/>
          <p:cNvSpPr/>
          <p:nvPr/>
        </p:nvSpPr>
        <p:spPr>
          <a:xfrm rot="3362447">
            <a:off x="6176626" y="3943336"/>
            <a:ext cx="2967509" cy="1578882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140"/>
          <p:cNvSpPr/>
          <p:nvPr/>
        </p:nvSpPr>
        <p:spPr>
          <a:xfrm rot="1083878">
            <a:off x="7292518" y="3912010"/>
            <a:ext cx="344002" cy="309058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"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41"/>
          <p:cNvSpPr/>
          <p:nvPr/>
        </p:nvSpPr>
        <p:spPr>
          <a:xfrm>
            <a:off x="5703026" y="2151602"/>
            <a:ext cx="4635090" cy="246612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141"/>
          <p:cNvSpPr/>
          <p:nvPr/>
        </p:nvSpPr>
        <p:spPr>
          <a:xfrm>
            <a:off x="8012976" y="4155801"/>
            <a:ext cx="418920" cy="376366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41"/>
          <p:cNvSpPr/>
          <p:nvPr/>
        </p:nvSpPr>
        <p:spPr>
          <a:xfrm>
            <a:off x="-2885074" y="4049427"/>
            <a:ext cx="4635090" cy="2466129"/>
          </a:xfrm>
          <a:custGeom>
            <a:rect b="b" l="l" r="r" t="t"/>
            <a:pathLst>
              <a:path extrusionOk="0" h="35776" w="67241">
                <a:moveTo>
                  <a:pt x="56862" y="4217"/>
                </a:moveTo>
                <a:cubicBezTo>
                  <a:pt x="57095" y="4647"/>
                  <a:pt x="57275" y="5099"/>
                  <a:pt x="57386" y="5580"/>
                </a:cubicBezTo>
                <a:cubicBezTo>
                  <a:pt x="57641" y="6696"/>
                  <a:pt x="57327" y="7970"/>
                  <a:pt x="56157" y="8391"/>
                </a:cubicBezTo>
                <a:cubicBezTo>
                  <a:pt x="55968" y="8459"/>
                  <a:pt x="55785" y="8491"/>
                  <a:pt x="55611" y="8491"/>
                </a:cubicBezTo>
                <a:cubicBezTo>
                  <a:pt x="54794" y="8491"/>
                  <a:pt x="54189" y="7791"/>
                  <a:pt x="54251" y="6879"/>
                </a:cubicBezTo>
                <a:cubicBezTo>
                  <a:pt x="54328" y="5740"/>
                  <a:pt x="55312" y="5007"/>
                  <a:pt x="56245" y="4520"/>
                </a:cubicBezTo>
                <a:cubicBezTo>
                  <a:pt x="56446" y="4411"/>
                  <a:pt x="56653" y="4312"/>
                  <a:pt x="56862" y="4217"/>
                </a:cubicBezTo>
                <a:close/>
                <a:moveTo>
                  <a:pt x="9348" y="28903"/>
                </a:moveTo>
                <a:cubicBezTo>
                  <a:pt x="9967" y="28903"/>
                  <a:pt x="10630" y="29478"/>
                  <a:pt x="10798" y="30134"/>
                </a:cubicBezTo>
                <a:cubicBezTo>
                  <a:pt x="11016" y="30989"/>
                  <a:pt x="10540" y="31807"/>
                  <a:pt x="9951" y="32449"/>
                </a:cubicBezTo>
                <a:cubicBezTo>
                  <a:pt x="9800" y="32361"/>
                  <a:pt x="9654" y="32266"/>
                  <a:pt x="9515" y="32169"/>
                </a:cubicBezTo>
                <a:cubicBezTo>
                  <a:pt x="8670" y="31581"/>
                  <a:pt x="7897" y="30519"/>
                  <a:pt x="8473" y="29474"/>
                </a:cubicBezTo>
                <a:cubicBezTo>
                  <a:pt x="8697" y="29068"/>
                  <a:pt x="9017" y="28903"/>
                  <a:pt x="9348" y="28903"/>
                </a:cubicBezTo>
                <a:close/>
                <a:moveTo>
                  <a:pt x="49331" y="1"/>
                </a:moveTo>
                <a:cubicBezTo>
                  <a:pt x="48191" y="1"/>
                  <a:pt x="47055" y="186"/>
                  <a:pt x="46001" y="551"/>
                </a:cubicBezTo>
                <a:cubicBezTo>
                  <a:pt x="42154" y="1885"/>
                  <a:pt x="39305" y="5130"/>
                  <a:pt x="37409" y="8620"/>
                </a:cubicBezTo>
                <a:cubicBezTo>
                  <a:pt x="35112" y="12844"/>
                  <a:pt x="34026" y="17577"/>
                  <a:pt x="32221" y="22009"/>
                </a:cubicBezTo>
                <a:cubicBezTo>
                  <a:pt x="30581" y="26048"/>
                  <a:pt x="28215" y="30089"/>
                  <a:pt x="24340" y="32344"/>
                </a:cubicBezTo>
                <a:cubicBezTo>
                  <a:pt x="22127" y="33631"/>
                  <a:pt x="19566" y="34286"/>
                  <a:pt x="17007" y="34286"/>
                </a:cubicBezTo>
                <a:cubicBezTo>
                  <a:pt x="15425" y="34286"/>
                  <a:pt x="13843" y="34036"/>
                  <a:pt x="12344" y="33529"/>
                </a:cubicBezTo>
                <a:cubicBezTo>
                  <a:pt x="11605" y="33278"/>
                  <a:pt x="10859" y="32973"/>
                  <a:pt x="10176" y="32581"/>
                </a:cubicBezTo>
                <a:cubicBezTo>
                  <a:pt x="10389" y="32340"/>
                  <a:pt x="10579" y="32081"/>
                  <a:pt x="10738" y="31800"/>
                </a:cubicBezTo>
                <a:cubicBezTo>
                  <a:pt x="11157" y="31039"/>
                  <a:pt x="11254" y="30137"/>
                  <a:pt x="10729" y="29406"/>
                </a:cubicBezTo>
                <a:cubicBezTo>
                  <a:pt x="10418" y="28968"/>
                  <a:pt x="9912" y="28641"/>
                  <a:pt x="9388" y="28641"/>
                </a:cubicBezTo>
                <a:cubicBezTo>
                  <a:pt x="9198" y="28641"/>
                  <a:pt x="9007" y="28684"/>
                  <a:pt x="8821" y="28779"/>
                </a:cubicBezTo>
                <a:cubicBezTo>
                  <a:pt x="8171" y="29117"/>
                  <a:pt x="7942" y="29940"/>
                  <a:pt x="8064" y="30621"/>
                </a:cubicBezTo>
                <a:cubicBezTo>
                  <a:pt x="8223" y="31526"/>
                  <a:pt x="8996" y="32167"/>
                  <a:pt x="9743" y="32619"/>
                </a:cubicBezTo>
                <a:cubicBezTo>
                  <a:pt x="9753" y="32622"/>
                  <a:pt x="9764" y="32629"/>
                  <a:pt x="9774" y="32636"/>
                </a:cubicBezTo>
                <a:cubicBezTo>
                  <a:pt x="9623" y="32787"/>
                  <a:pt x="9470" y="32926"/>
                  <a:pt x="9321" y="33051"/>
                </a:cubicBezTo>
                <a:cubicBezTo>
                  <a:pt x="7388" y="34696"/>
                  <a:pt x="4856" y="35521"/>
                  <a:pt x="2327" y="35521"/>
                </a:cubicBezTo>
                <a:cubicBezTo>
                  <a:pt x="1545" y="35521"/>
                  <a:pt x="764" y="35442"/>
                  <a:pt x="1" y="35284"/>
                </a:cubicBezTo>
                <a:lnTo>
                  <a:pt x="1" y="35540"/>
                </a:lnTo>
                <a:cubicBezTo>
                  <a:pt x="766" y="35697"/>
                  <a:pt x="1548" y="35775"/>
                  <a:pt x="2331" y="35775"/>
                </a:cubicBezTo>
                <a:cubicBezTo>
                  <a:pt x="3657" y="35775"/>
                  <a:pt x="4983" y="35551"/>
                  <a:pt x="6229" y="35104"/>
                </a:cubicBezTo>
                <a:cubicBezTo>
                  <a:pt x="7109" y="34792"/>
                  <a:pt x="7949" y="34366"/>
                  <a:pt x="8715" y="33835"/>
                </a:cubicBezTo>
                <a:cubicBezTo>
                  <a:pt x="9164" y="33522"/>
                  <a:pt x="9613" y="33167"/>
                  <a:pt x="10004" y="32765"/>
                </a:cubicBezTo>
                <a:cubicBezTo>
                  <a:pt x="11615" y="33685"/>
                  <a:pt x="13449" y="34229"/>
                  <a:pt x="15285" y="34441"/>
                </a:cubicBezTo>
                <a:cubicBezTo>
                  <a:pt x="15854" y="34506"/>
                  <a:pt x="16426" y="34539"/>
                  <a:pt x="16998" y="34539"/>
                </a:cubicBezTo>
                <a:cubicBezTo>
                  <a:pt x="20412" y="34539"/>
                  <a:pt x="23813" y="33383"/>
                  <a:pt x="26434" y="31173"/>
                </a:cubicBezTo>
                <a:cubicBezTo>
                  <a:pt x="29781" y="28349"/>
                  <a:pt x="31708" y="24259"/>
                  <a:pt x="33175" y="20228"/>
                </a:cubicBezTo>
                <a:cubicBezTo>
                  <a:pt x="34804" y="15755"/>
                  <a:pt x="36013" y="11030"/>
                  <a:pt x="38667" y="7012"/>
                </a:cubicBezTo>
                <a:cubicBezTo>
                  <a:pt x="40889" y="3652"/>
                  <a:pt x="44285" y="632"/>
                  <a:pt x="48467" y="292"/>
                </a:cubicBezTo>
                <a:cubicBezTo>
                  <a:pt x="48749" y="269"/>
                  <a:pt x="49032" y="257"/>
                  <a:pt x="49316" y="257"/>
                </a:cubicBezTo>
                <a:cubicBezTo>
                  <a:pt x="50874" y="257"/>
                  <a:pt x="52443" y="609"/>
                  <a:pt x="53822" y="1338"/>
                </a:cubicBezTo>
                <a:cubicBezTo>
                  <a:pt x="54969" y="1944"/>
                  <a:pt x="56046" y="2866"/>
                  <a:pt x="56734" y="4000"/>
                </a:cubicBezTo>
                <a:cubicBezTo>
                  <a:pt x="55288" y="4676"/>
                  <a:pt x="53352" y="5967"/>
                  <a:pt x="54148" y="7812"/>
                </a:cubicBezTo>
                <a:cubicBezTo>
                  <a:pt x="54431" y="8469"/>
                  <a:pt x="54963" y="8741"/>
                  <a:pt x="55530" y="8741"/>
                </a:cubicBezTo>
                <a:cubicBezTo>
                  <a:pt x="56352" y="8741"/>
                  <a:pt x="57247" y="8166"/>
                  <a:pt x="57552" y="7360"/>
                </a:cubicBezTo>
                <a:cubicBezTo>
                  <a:pt x="57960" y="6287"/>
                  <a:pt x="57665" y="5128"/>
                  <a:pt x="57093" y="4111"/>
                </a:cubicBezTo>
                <a:cubicBezTo>
                  <a:pt x="57797" y="3798"/>
                  <a:pt x="58525" y="3541"/>
                  <a:pt x="59261" y="3326"/>
                </a:cubicBezTo>
                <a:cubicBezTo>
                  <a:pt x="60897" y="2854"/>
                  <a:pt x="62603" y="2621"/>
                  <a:pt x="64310" y="2621"/>
                </a:cubicBezTo>
                <a:cubicBezTo>
                  <a:pt x="65291" y="2621"/>
                  <a:pt x="66273" y="2698"/>
                  <a:pt x="67241" y="2852"/>
                </a:cubicBezTo>
                <a:lnTo>
                  <a:pt x="67241" y="2603"/>
                </a:lnTo>
                <a:cubicBezTo>
                  <a:pt x="66262" y="2446"/>
                  <a:pt x="65270" y="2367"/>
                  <a:pt x="64278" y="2367"/>
                </a:cubicBezTo>
                <a:cubicBezTo>
                  <a:pt x="63814" y="2367"/>
                  <a:pt x="63350" y="2384"/>
                  <a:pt x="62887" y="2419"/>
                </a:cubicBezTo>
                <a:cubicBezTo>
                  <a:pt x="60844" y="2576"/>
                  <a:pt x="58836" y="3067"/>
                  <a:pt x="56963" y="3893"/>
                </a:cubicBezTo>
                <a:cubicBezTo>
                  <a:pt x="56609" y="3319"/>
                  <a:pt x="56171" y="2801"/>
                  <a:pt x="55731" y="2382"/>
                </a:cubicBezTo>
                <a:cubicBezTo>
                  <a:pt x="54033" y="782"/>
                  <a:pt x="51674" y="1"/>
                  <a:pt x="493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229c42f11_14_0)">
  <p:cSld name="Title and body (g3e229c42f11_14_0)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42"/>
          <p:cNvSpPr txBox="1"/>
          <p:nvPr>
            <p:ph type="title"/>
          </p:nvPr>
        </p:nvSpPr>
        <p:spPr>
          <a:xfrm>
            <a:off x="1381200" y="566050"/>
            <a:ext cx="2114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08" name="Google Shape;1008;p142"/>
          <p:cNvSpPr txBox="1"/>
          <p:nvPr>
            <p:ph idx="1" type="body"/>
          </p:nvPr>
        </p:nvSpPr>
        <p:spPr>
          <a:xfrm>
            <a:off x="713225" y="1258950"/>
            <a:ext cx="3602100" cy="101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 only 1 (g3e229c42f11_7_0)"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43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 1">
  <p:cSld name="Title and three columns 2 (g3e220e2bccb_270_0)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44"/>
          <p:cNvSpPr txBox="1"/>
          <p:nvPr>
            <p:ph idx="1" type="subTitle"/>
          </p:nvPr>
        </p:nvSpPr>
        <p:spPr>
          <a:xfrm>
            <a:off x="2185803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013" name="Google Shape;1013;p144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4" name="Google Shape;1014;p144"/>
          <p:cNvSpPr txBox="1"/>
          <p:nvPr>
            <p:ph idx="2" type="subTitle"/>
          </p:nvPr>
        </p:nvSpPr>
        <p:spPr>
          <a:xfrm>
            <a:off x="21857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5" name="Google Shape;1015;p144"/>
          <p:cNvSpPr txBox="1"/>
          <p:nvPr>
            <p:ph idx="3" type="subTitle"/>
          </p:nvPr>
        </p:nvSpPr>
        <p:spPr>
          <a:xfrm>
            <a:off x="6387406" y="1467092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016" name="Google Shape;1016;p144"/>
          <p:cNvSpPr txBox="1"/>
          <p:nvPr>
            <p:ph idx="4" type="subTitle"/>
          </p:nvPr>
        </p:nvSpPr>
        <p:spPr>
          <a:xfrm>
            <a:off x="6387398" y="1832775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7" name="Google Shape;1017;p144"/>
          <p:cNvSpPr txBox="1"/>
          <p:nvPr>
            <p:ph idx="5" type="subTitle"/>
          </p:nvPr>
        </p:nvSpPr>
        <p:spPr>
          <a:xfrm>
            <a:off x="4286601" y="3431667"/>
            <a:ext cx="1902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rtel"/>
              <a:buNone/>
              <a:defRPr sz="22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018" name="Google Shape;1018;p144"/>
          <p:cNvSpPr txBox="1"/>
          <p:nvPr>
            <p:ph idx="6" type="subTitle"/>
          </p:nvPr>
        </p:nvSpPr>
        <p:spPr>
          <a:xfrm>
            <a:off x="4286599" y="3797350"/>
            <a:ext cx="14451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(g3e220e2bccb_262_0)">
  <p:cSld name="Main point (g3e220e2bccb_262_0)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45"/>
          <p:cNvSpPr txBox="1"/>
          <p:nvPr>
            <p:ph type="title"/>
          </p:nvPr>
        </p:nvSpPr>
        <p:spPr>
          <a:xfrm>
            <a:off x="2164900" y="1373150"/>
            <a:ext cx="4814100" cy="23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71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 1">
  <p:cSld name="Title and two columns 1 (g3e220e2bccb_139_0)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46"/>
          <p:cNvSpPr txBox="1"/>
          <p:nvPr>
            <p:ph type="title"/>
          </p:nvPr>
        </p:nvSpPr>
        <p:spPr>
          <a:xfrm>
            <a:off x="713250" y="539385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3" name="Google Shape;1023;p146"/>
          <p:cNvSpPr txBox="1"/>
          <p:nvPr>
            <p:ph idx="1" type="subTitle"/>
          </p:nvPr>
        </p:nvSpPr>
        <p:spPr>
          <a:xfrm>
            <a:off x="4981100" y="1750000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4" name="Google Shape;1024;p146"/>
          <p:cNvSpPr txBox="1"/>
          <p:nvPr>
            <p:ph idx="2" type="subTitle"/>
          </p:nvPr>
        </p:nvSpPr>
        <p:spPr>
          <a:xfrm>
            <a:off x="4981100" y="2099250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5" name="Google Shape;1025;p146"/>
          <p:cNvSpPr txBox="1"/>
          <p:nvPr>
            <p:ph idx="3" type="subTitle"/>
          </p:nvPr>
        </p:nvSpPr>
        <p:spPr>
          <a:xfrm>
            <a:off x="4981100" y="3298425"/>
            <a:ext cx="1021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6" name="Google Shape;1026;p146"/>
          <p:cNvSpPr txBox="1"/>
          <p:nvPr>
            <p:ph idx="4" type="subTitle"/>
          </p:nvPr>
        </p:nvSpPr>
        <p:spPr>
          <a:xfrm>
            <a:off x="4981100" y="3647675"/>
            <a:ext cx="3447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Numbers and text (g3e220e2bccb_115_0)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47"/>
          <p:cNvSpPr txBox="1"/>
          <p:nvPr>
            <p:ph hasCustomPrompt="1" type="title"/>
          </p:nvPr>
        </p:nvSpPr>
        <p:spPr>
          <a:xfrm>
            <a:off x="4865136" y="76039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9" name="Google Shape;1029;p147"/>
          <p:cNvSpPr txBox="1"/>
          <p:nvPr>
            <p:ph idx="1" type="subTitle"/>
          </p:nvPr>
        </p:nvSpPr>
        <p:spPr>
          <a:xfrm>
            <a:off x="4590186" y="1330584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0" name="Google Shape;1030;p147"/>
          <p:cNvSpPr txBox="1"/>
          <p:nvPr>
            <p:ph hasCustomPrompt="1" idx="2" type="title"/>
          </p:nvPr>
        </p:nvSpPr>
        <p:spPr>
          <a:xfrm>
            <a:off x="4865136" y="3525049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1" name="Google Shape;1031;p147"/>
          <p:cNvSpPr txBox="1"/>
          <p:nvPr>
            <p:ph idx="3" type="subTitle"/>
          </p:nvPr>
        </p:nvSpPr>
        <p:spPr>
          <a:xfrm>
            <a:off x="4590186" y="4093620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2" name="Google Shape;1032;p147"/>
          <p:cNvSpPr txBox="1"/>
          <p:nvPr>
            <p:ph hasCustomPrompt="1" idx="4" type="title"/>
          </p:nvPr>
        </p:nvSpPr>
        <p:spPr>
          <a:xfrm>
            <a:off x="4865136" y="2182624"/>
            <a:ext cx="3290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3" name="Google Shape;1033;p147"/>
          <p:cNvSpPr txBox="1"/>
          <p:nvPr>
            <p:ph idx="5" type="subTitle"/>
          </p:nvPr>
        </p:nvSpPr>
        <p:spPr>
          <a:xfrm>
            <a:off x="4590186" y="2712102"/>
            <a:ext cx="38406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 1">
  <p:cSld name="Title only 2 (g3e220e2bccb_89_0)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48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(g3e220e2bccb_81_0)">
  <p:cSld name="Big number (g3e220e2bccb_81_0)"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49"/>
          <p:cNvSpPr txBox="1"/>
          <p:nvPr>
            <p:ph hasCustomPrompt="1" type="title"/>
          </p:nvPr>
        </p:nvSpPr>
        <p:spPr>
          <a:xfrm>
            <a:off x="1825500" y="1335747"/>
            <a:ext cx="5493000" cy="12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8" name="Google Shape;1038;p149"/>
          <p:cNvSpPr txBox="1"/>
          <p:nvPr>
            <p:ph idx="1" type="body"/>
          </p:nvPr>
        </p:nvSpPr>
        <p:spPr>
          <a:xfrm flipH="1">
            <a:off x="2309550" y="2769650"/>
            <a:ext cx="4524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0"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0"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 1 1">
  <p:cSld name="Title only 2 (g3e220e2bccb_57_0)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50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Title and three columns (g3e220e2bccb_42_0)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51"/>
          <p:cNvSpPr txBox="1"/>
          <p:nvPr>
            <p:ph idx="1" type="subTitle"/>
          </p:nvPr>
        </p:nvSpPr>
        <p:spPr>
          <a:xfrm>
            <a:off x="1531000" y="1222763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43" name="Google Shape;1043;p151"/>
          <p:cNvSpPr txBox="1"/>
          <p:nvPr>
            <p:ph type="title"/>
          </p:nvPr>
        </p:nvSpPr>
        <p:spPr>
          <a:xfrm>
            <a:off x="713225" y="539500"/>
            <a:ext cx="7717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4" name="Google Shape;1044;p151"/>
          <p:cNvSpPr txBox="1"/>
          <p:nvPr>
            <p:ph idx="2" type="subTitle"/>
          </p:nvPr>
        </p:nvSpPr>
        <p:spPr>
          <a:xfrm>
            <a:off x="1531000" y="1495829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5" name="Google Shape;1045;p151"/>
          <p:cNvSpPr txBox="1"/>
          <p:nvPr>
            <p:ph idx="3" type="subTitle"/>
          </p:nvPr>
        </p:nvSpPr>
        <p:spPr>
          <a:xfrm>
            <a:off x="1531000" y="3536800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46" name="Google Shape;1046;p151"/>
          <p:cNvSpPr txBox="1"/>
          <p:nvPr>
            <p:ph idx="4" type="subTitle"/>
          </p:nvPr>
        </p:nvSpPr>
        <p:spPr>
          <a:xfrm>
            <a:off x="1531000" y="3813015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7" name="Google Shape;1047;p151"/>
          <p:cNvSpPr txBox="1"/>
          <p:nvPr>
            <p:ph idx="5" type="subTitle"/>
          </p:nvPr>
        </p:nvSpPr>
        <p:spPr>
          <a:xfrm>
            <a:off x="1531000" y="2379782"/>
            <a:ext cx="136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48" name="Google Shape;1048;p151"/>
          <p:cNvSpPr txBox="1"/>
          <p:nvPr>
            <p:ph idx="6" type="subTitle"/>
          </p:nvPr>
        </p:nvSpPr>
        <p:spPr>
          <a:xfrm>
            <a:off x="1531000" y="2654422"/>
            <a:ext cx="4131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 and four columns (g3e220e2bccb_27_0)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52"/>
          <p:cNvSpPr txBox="1"/>
          <p:nvPr>
            <p:ph type="title"/>
          </p:nvPr>
        </p:nvSpPr>
        <p:spPr>
          <a:xfrm>
            <a:off x="713250" y="53949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1" name="Google Shape;1051;p152"/>
          <p:cNvSpPr txBox="1"/>
          <p:nvPr>
            <p:ph idx="1" type="subTitle"/>
          </p:nvPr>
        </p:nvSpPr>
        <p:spPr>
          <a:xfrm>
            <a:off x="1992469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052" name="Google Shape;1052;p152"/>
          <p:cNvSpPr txBox="1"/>
          <p:nvPr>
            <p:ph idx="2" type="subTitle"/>
          </p:nvPr>
        </p:nvSpPr>
        <p:spPr>
          <a:xfrm>
            <a:off x="1992469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3" name="Google Shape;1053;p152"/>
          <p:cNvSpPr txBox="1"/>
          <p:nvPr>
            <p:ph idx="3" type="subTitle"/>
          </p:nvPr>
        </p:nvSpPr>
        <p:spPr>
          <a:xfrm>
            <a:off x="5468870" y="1540785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054" name="Google Shape;1054;p152"/>
          <p:cNvSpPr txBox="1"/>
          <p:nvPr>
            <p:ph idx="4" type="subTitle"/>
          </p:nvPr>
        </p:nvSpPr>
        <p:spPr>
          <a:xfrm>
            <a:off x="5468870" y="1937685"/>
            <a:ext cx="24192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5" name="Google Shape;1055;p152"/>
          <p:cNvSpPr txBox="1"/>
          <p:nvPr>
            <p:ph idx="5" type="subTitle"/>
          </p:nvPr>
        </p:nvSpPr>
        <p:spPr>
          <a:xfrm>
            <a:off x="1992469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056" name="Google Shape;1056;p152"/>
          <p:cNvSpPr txBox="1"/>
          <p:nvPr>
            <p:ph idx="6" type="subTitle"/>
          </p:nvPr>
        </p:nvSpPr>
        <p:spPr>
          <a:xfrm>
            <a:off x="1992469" y="3621778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7" name="Google Shape;1057;p152"/>
          <p:cNvSpPr txBox="1"/>
          <p:nvPr>
            <p:ph idx="7" type="subTitle"/>
          </p:nvPr>
        </p:nvSpPr>
        <p:spPr>
          <a:xfrm>
            <a:off x="5468870" y="3226053"/>
            <a:ext cx="1773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i="0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rtel"/>
              <a:buNone/>
              <a:defRPr b="1" sz="18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/>
        </p:txBody>
      </p:sp>
      <p:sp>
        <p:nvSpPr>
          <p:cNvPr id="1058" name="Google Shape;1058;p152"/>
          <p:cNvSpPr txBox="1"/>
          <p:nvPr>
            <p:ph idx="8" type="subTitle"/>
          </p:nvPr>
        </p:nvSpPr>
        <p:spPr>
          <a:xfrm>
            <a:off x="5468870" y="3623926"/>
            <a:ext cx="2419200" cy="1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">
  <p:cSld name="Title only 1 (g3e220e2bccb_19_0)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53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 1">
  <p:cSld name="Title only 3 (g3e220e2bccb_12_0)"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54"/>
          <p:cNvSpPr txBox="1"/>
          <p:nvPr>
            <p:ph type="title"/>
          </p:nvPr>
        </p:nvSpPr>
        <p:spPr>
          <a:xfrm>
            <a:off x="713253" y="539506"/>
            <a:ext cx="7717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 1">
  <p:cSld name="Title and text 2 (g3e2d8d296b9_8_0)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55"/>
          <p:cNvSpPr txBox="1"/>
          <p:nvPr>
            <p:ph type="title"/>
          </p:nvPr>
        </p:nvSpPr>
        <p:spPr>
          <a:xfrm>
            <a:off x="1938750" y="1373826"/>
            <a:ext cx="5266500" cy="17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1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65" name="Google Shape;1065;p155"/>
          <p:cNvSpPr txBox="1"/>
          <p:nvPr>
            <p:ph idx="1" type="subTitle"/>
          </p:nvPr>
        </p:nvSpPr>
        <p:spPr>
          <a:xfrm>
            <a:off x="2300400" y="3190893"/>
            <a:ext cx="4543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2.xml"/><Relationship Id="rId21" Type="http://schemas.openxmlformats.org/officeDocument/2006/relationships/slideLayout" Target="../slideLayouts/slideLayout91.xml"/><Relationship Id="rId24" Type="http://schemas.openxmlformats.org/officeDocument/2006/relationships/slideLayout" Target="../slideLayouts/slideLayout94.xml"/><Relationship Id="rId23" Type="http://schemas.openxmlformats.org/officeDocument/2006/relationships/slideLayout" Target="../slideLayouts/slideLayout93.xml"/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96.xml"/><Relationship Id="rId25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98.xml"/><Relationship Id="rId27" Type="http://schemas.openxmlformats.org/officeDocument/2006/relationships/slideLayout" Target="../slideLayouts/slideLayout97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99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101.xml"/><Relationship Id="rId30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8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88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46.xml"/><Relationship Id="rId20" Type="http://schemas.openxmlformats.org/officeDocument/2006/relationships/slideLayout" Target="../slideLayouts/slideLayout126.xml"/><Relationship Id="rId42" Type="http://schemas.openxmlformats.org/officeDocument/2006/relationships/slideLayout" Target="../slideLayouts/slideLayout148.xml"/><Relationship Id="rId41" Type="http://schemas.openxmlformats.org/officeDocument/2006/relationships/slideLayout" Target="../slideLayouts/slideLayout147.xml"/><Relationship Id="rId22" Type="http://schemas.openxmlformats.org/officeDocument/2006/relationships/slideLayout" Target="../slideLayouts/slideLayout128.xml"/><Relationship Id="rId44" Type="http://schemas.openxmlformats.org/officeDocument/2006/relationships/slideLayout" Target="../slideLayouts/slideLayout150.xml"/><Relationship Id="rId21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49.xml"/><Relationship Id="rId24" Type="http://schemas.openxmlformats.org/officeDocument/2006/relationships/slideLayout" Target="../slideLayouts/slideLayout130.xml"/><Relationship Id="rId46" Type="http://schemas.openxmlformats.org/officeDocument/2006/relationships/theme" Target="../theme/theme5.xml"/><Relationship Id="rId23" Type="http://schemas.openxmlformats.org/officeDocument/2006/relationships/slideLayout" Target="../slideLayouts/slideLayout129.xml"/><Relationship Id="rId45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132.xml"/><Relationship Id="rId25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4.xml"/><Relationship Id="rId27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29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31" Type="http://schemas.openxmlformats.org/officeDocument/2006/relationships/slideLayout" Target="../slideLayouts/slideLayout137.xml"/><Relationship Id="rId3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17.xml"/><Relationship Id="rId33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19.xml"/><Relationship Id="rId35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18.xml"/><Relationship Id="rId34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21.xml"/><Relationship Id="rId37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23.xml"/><Relationship Id="rId39" Type="http://schemas.openxmlformats.org/officeDocument/2006/relationships/slideLayout" Target="../slideLayouts/slideLayout145.xml"/><Relationship Id="rId16" Type="http://schemas.openxmlformats.org/officeDocument/2006/relationships/slideLayout" Target="../slideLayouts/slideLayout122.xml"/><Relationship Id="rId38" Type="http://schemas.openxmlformats.org/officeDocument/2006/relationships/slideLayout" Target="../slideLayouts/slideLayout144.xml"/><Relationship Id="rId19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"/>
              <a:buNone/>
              <a:defRPr b="1" sz="30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"/>
              <a:buNone/>
              <a:defRPr b="1" sz="30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  <p:sldLayoutId id="2147483710" r:id="rId32"/>
    <p:sldLayoutId id="2147483711" r:id="rId33"/>
    <p:sldLayoutId id="2147483712" r:id="rId34"/>
    <p:sldLayoutId id="2147483713" r:id="rId35"/>
    <p:sldLayoutId id="2147483714" r:id="rId36"/>
    <p:sldLayoutId id="2147483715" r:id="rId37"/>
    <p:sldLayoutId id="2147483716" r:id="rId38"/>
    <p:sldLayoutId id="214748371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"/>
              <a:buNone/>
              <a:defRPr b="1" sz="30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48" r:id="rId31"/>
    <p:sldLayoutId id="2147483749" r:id="rId32"/>
    <p:sldLayoutId id="2147483750" r:id="rId33"/>
    <p:sldLayoutId id="2147483751" r:id="rId34"/>
    <p:sldLayoutId id="2147483752" r:id="rId35"/>
    <p:sldLayoutId id="214748375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"/>
              <a:buNone/>
              <a:defRPr b="1" sz="3000">
                <a:solidFill>
                  <a:schemeClr val="dk1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2" name="Google Shape;772;p1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●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○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Quicksand"/>
              <a:buChar char="■"/>
              <a:defRPr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  <p:sldLayoutId id="2147483781" r:id="rId28"/>
    <p:sldLayoutId id="2147483782" r:id="rId29"/>
    <p:sldLayoutId id="2147483783" r:id="rId30"/>
    <p:sldLayoutId id="2147483784" r:id="rId31"/>
    <p:sldLayoutId id="2147483785" r:id="rId32"/>
    <p:sldLayoutId id="2147483786" r:id="rId33"/>
    <p:sldLayoutId id="2147483787" r:id="rId34"/>
    <p:sldLayoutId id="2147483788" r:id="rId35"/>
    <p:sldLayoutId id="2147483789" r:id="rId36"/>
    <p:sldLayoutId id="2147483790" r:id="rId37"/>
    <p:sldLayoutId id="2147483791" r:id="rId38"/>
    <p:sldLayoutId id="2147483792" r:id="rId39"/>
    <p:sldLayoutId id="2147483793" r:id="rId40"/>
    <p:sldLayoutId id="2147483794" r:id="rId41"/>
    <p:sldLayoutId id="2147483795" r:id="rId42"/>
    <p:sldLayoutId id="2147483796" r:id="rId43"/>
    <p:sldLayoutId id="2147483797" r:id="rId44"/>
    <p:sldLayoutId id="2147483798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56"/>
          <p:cNvSpPr/>
          <p:nvPr/>
        </p:nvSpPr>
        <p:spPr>
          <a:xfrm rot="5400000">
            <a:off x="4383900" y="1480905"/>
            <a:ext cx="376200" cy="3992400"/>
          </a:xfrm>
          <a:prstGeom prst="roundRect">
            <a:avLst>
              <a:gd fmla="val 10769" name="adj"/>
            </a:avLst>
          </a:prstGeom>
          <a:solidFill>
            <a:srgbClr val="AEC6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56"/>
          <p:cNvSpPr/>
          <p:nvPr/>
        </p:nvSpPr>
        <p:spPr>
          <a:xfrm>
            <a:off x="713100" y="1478295"/>
            <a:ext cx="7717800" cy="2022900"/>
          </a:xfrm>
          <a:prstGeom prst="roundRect">
            <a:avLst>
              <a:gd fmla="val 10677" name="adj"/>
            </a:avLst>
          </a:prstGeom>
          <a:noFill/>
          <a:ln cap="flat" cmpd="sng" w="19050">
            <a:solidFill>
              <a:srgbClr val="AEC6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56"/>
          <p:cNvSpPr txBox="1"/>
          <p:nvPr>
            <p:ph type="ctrTitle"/>
          </p:nvPr>
        </p:nvSpPr>
        <p:spPr>
          <a:xfrm>
            <a:off x="1554450" y="1658166"/>
            <a:ext cx="6035100" cy="14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/>
              <a:t>COMPREHENSIVE HEALTH ASSESSMENT &amp; LONG-TERM GROWTH STRATEGY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Martel"/>
                <a:ea typeface="Martel"/>
                <a:cs typeface="Martel"/>
                <a:sym typeface="Martel"/>
              </a:rPr>
              <a:t>THE LOOK ECOMMERCE</a:t>
            </a:r>
            <a:endParaRPr sz="2000">
              <a:latin typeface="Martel"/>
              <a:ea typeface="Martel"/>
              <a:cs typeface="Martel"/>
              <a:sym typeface="Martel"/>
            </a:endParaRPr>
          </a:p>
        </p:txBody>
      </p:sp>
      <p:sp>
        <p:nvSpPr>
          <p:cNvPr id="1073" name="Google Shape;1073;p156"/>
          <p:cNvSpPr txBox="1"/>
          <p:nvPr>
            <p:ph idx="1" type="subTitle"/>
          </p:nvPr>
        </p:nvSpPr>
        <p:spPr>
          <a:xfrm>
            <a:off x="2606100" y="3268187"/>
            <a:ext cx="3931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Turning Data into Actionable Insights. </a:t>
            </a:r>
            <a:endParaRPr/>
          </a:p>
        </p:txBody>
      </p:sp>
      <p:grpSp>
        <p:nvGrpSpPr>
          <p:cNvPr id="1074" name="Google Shape;1074;p156"/>
          <p:cNvGrpSpPr/>
          <p:nvPr/>
        </p:nvGrpSpPr>
        <p:grpSpPr>
          <a:xfrm>
            <a:off x="23300" y="-115160"/>
            <a:ext cx="1579840" cy="1762901"/>
            <a:chOff x="23300" y="-115160"/>
            <a:chExt cx="1579840" cy="1762901"/>
          </a:xfrm>
        </p:grpSpPr>
        <p:sp>
          <p:nvSpPr>
            <p:cNvPr id="1075" name="Google Shape;1075;p156"/>
            <p:cNvSpPr/>
            <p:nvPr/>
          </p:nvSpPr>
          <p:spPr>
            <a:xfrm rot="5400000">
              <a:off x="347928" y="230838"/>
              <a:ext cx="875400" cy="994800"/>
            </a:xfrm>
            <a:prstGeom prst="roundRect">
              <a:avLst>
                <a:gd fmla="val 9817" name="adj"/>
              </a:avLst>
            </a:prstGeom>
            <a:solidFill>
              <a:srgbClr val="FEB7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56"/>
            <p:cNvSpPr/>
            <p:nvPr/>
          </p:nvSpPr>
          <p:spPr>
            <a:xfrm rot="5400000">
              <a:off x="574278" y="938991"/>
              <a:ext cx="422700" cy="994800"/>
            </a:xfrm>
            <a:prstGeom prst="roundRect">
              <a:avLst>
                <a:gd fmla="val 16667" name="adj"/>
              </a:avLst>
            </a:prstGeom>
            <a:solidFill>
              <a:srgbClr val="AEC6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56"/>
            <p:cNvSpPr/>
            <p:nvPr/>
          </p:nvSpPr>
          <p:spPr>
            <a:xfrm flipH="1" rot="224100">
              <a:off x="52509" y="-87851"/>
              <a:ext cx="868633" cy="925152"/>
            </a:xfrm>
            <a:custGeom>
              <a:rect b="b" l="l" r="r" t="t"/>
              <a:pathLst>
                <a:path extrusionOk="0" h="13782" w="12941">
                  <a:moveTo>
                    <a:pt x="11084" y="1"/>
                  </a:moveTo>
                  <a:cubicBezTo>
                    <a:pt x="10821" y="1"/>
                    <a:pt x="10557" y="58"/>
                    <a:pt x="10305" y="173"/>
                  </a:cubicBezTo>
                  <a:cubicBezTo>
                    <a:pt x="9769" y="416"/>
                    <a:pt x="9367" y="886"/>
                    <a:pt x="9050" y="1368"/>
                  </a:cubicBezTo>
                  <a:cubicBezTo>
                    <a:pt x="8665" y="1956"/>
                    <a:pt x="8371" y="2606"/>
                    <a:pt x="8069" y="3239"/>
                  </a:cubicBezTo>
                  <a:cubicBezTo>
                    <a:pt x="6811" y="5881"/>
                    <a:pt x="5714" y="8676"/>
                    <a:pt x="3746" y="10892"/>
                  </a:cubicBezTo>
                  <a:cubicBezTo>
                    <a:pt x="2750" y="12012"/>
                    <a:pt x="1547" y="12965"/>
                    <a:pt x="143" y="13514"/>
                  </a:cubicBezTo>
                  <a:cubicBezTo>
                    <a:pt x="1" y="13570"/>
                    <a:pt x="41" y="13782"/>
                    <a:pt x="165" y="13782"/>
                  </a:cubicBezTo>
                  <a:cubicBezTo>
                    <a:pt x="180" y="13782"/>
                    <a:pt x="196" y="13779"/>
                    <a:pt x="213" y="13772"/>
                  </a:cubicBezTo>
                  <a:cubicBezTo>
                    <a:pt x="2629" y="12828"/>
                    <a:pt x="4414" y="10805"/>
                    <a:pt x="5709" y="8618"/>
                  </a:cubicBezTo>
                  <a:cubicBezTo>
                    <a:pt x="6473" y="7328"/>
                    <a:pt x="7097" y="5963"/>
                    <a:pt x="7726" y="4604"/>
                  </a:cubicBezTo>
                  <a:cubicBezTo>
                    <a:pt x="8039" y="3922"/>
                    <a:pt x="8354" y="3242"/>
                    <a:pt x="8690" y="2571"/>
                  </a:cubicBezTo>
                  <a:cubicBezTo>
                    <a:pt x="8967" y="2016"/>
                    <a:pt x="9255" y="1451"/>
                    <a:pt x="9674" y="986"/>
                  </a:cubicBezTo>
                  <a:cubicBezTo>
                    <a:pt x="10041" y="581"/>
                    <a:pt x="10539" y="261"/>
                    <a:pt x="11087" y="261"/>
                  </a:cubicBezTo>
                  <a:cubicBezTo>
                    <a:pt x="11187" y="261"/>
                    <a:pt x="11288" y="272"/>
                    <a:pt x="11390" y="294"/>
                  </a:cubicBezTo>
                  <a:cubicBezTo>
                    <a:pt x="12017" y="432"/>
                    <a:pt x="12540" y="932"/>
                    <a:pt x="12665" y="1566"/>
                  </a:cubicBezTo>
                  <a:cubicBezTo>
                    <a:pt x="12678" y="1634"/>
                    <a:pt x="12727" y="1664"/>
                    <a:pt x="12778" y="1664"/>
                  </a:cubicBezTo>
                  <a:cubicBezTo>
                    <a:pt x="12856" y="1664"/>
                    <a:pt x="12941" y="1597"/>
                    <a:pt x="12921" y="1496"/>
                  </a:cubicBezTo>
                  <a:cubicBezTo>
                    <a:pt x="12811" y="939"/>
                    <a:pt x="12422" y="460"/>
                    <a:pt x="11919" y="204"/>
                  </a:cubicBezTo>
                  <a:cubicBezTo>
                    <a:pt x="11652" y="68"/>
                    <a:pt x="11368" y="1"/>
                    <a:pt x="11084" y="1"/>
                  </a:cubicBezTo>
                  <a:close/>
                </a:path>
              </a:pathLst>
            </a:custGeom>
            <a:solidFill>
              <a:srgbClr val="687F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56"/>
            <p:cNvSpPr/>
            <p:nvPr/>
          </p:nvSpPr>
          <p:spPr>
            <a:xfrm flipH="1" rot="224100">
              <a:off x="635637" y="630027"/>
              <a:ext cx="940253" cy="867355"/>
            </a:xfrm>
            <a:custGeom>
              <a:rect b="b" l="l" r="r" t="t"/>
              <a:pathLst>
                <a:path extrusionOk="0" h="12921" w="14008">
                  <a:moveTo>
                    <a:pt x="10943" y="2083"/>
                  </a:moveTo>
                  <a:cubicBezTo>
                    <a:pt x="11308" y="2083"/>
                    <a:pt x="11669" y="2247"/>
                    <a:pt x="11908" y="2559"/>
                  </a:cubicBezTo>
                  <a:cubicBezTo>
                    <a:pt x="12314" y="3092"/>
                    <a:pt x="12213" y="3853"/>
                    <a:pt x="11680" y="4261"/>
                  </a:cubicBezTo>
                  <a:cubicBezTo>
                    <a:pt x="11460" y="4429"/>
                    <a:pt x="11201" y="4510"/>
                    <a:pt x="10944" y="4510"/>
                  </a:cubicBezTo>
                  <a:cubicBezTo>
                    <a:pt x="10578" y="4510"/>
                    <a:pt x="10216" y="4346"/>
                    <a:pt x="9978" y="4033"/>
                  </a:cubicBezTo>
                  <a:cubicBezTo>
                    <a:pt x="9571" y="3501"/>
                    <a:pt x="9674" y="2737"/>
                    <a:pt x="10205" y="2333"/>
                  </a:cubicBezTo>
                  <a:cubicBezTo>
                    <a:pt x="10426" y="2164"/>
                    <a:pt x="10685" y="2083"/>
                    <a:pt x="10943" y="2083"/>
                  </a:cubicBezTo>
                  <a:close/>
                  <a:moveTo>
                    <a:pt x="9917" y="0"/>
                  </a:moveTo>
                  <a:cubicBezTo>
                    <a:pt x="9783" y="0"/>
                    <a:pt x="9648" y="18"/>
                    <a:pt x="9515" y="56"/>
                  </a:cubicBezTo>
                  <a:lnTo>
                    <a:pt x="6537" y="883"/>
                  </a:lnTo>
                  <a:cubicBezTo>
                    <a:pt x="6355" y="934"/>
                    <a:pt x="6181" y="1020"/>
                    <a:pt x="6032" y="1135"/>
                  </a:cubicBezTo>
                  <a:lnTo>
                    <a:pt x="781" y="5147"/>
                  </a:lnTo>
                  <a:cubicBezTo>
                    <a:pt x="126" y="5646"/>
                    <a:pt x="1" y="6586"/>
                    <a:pt x="501" y="7240"/>
                  </a:cubicBezTo>
                  <a:lnTo>
                    <a:pt x="4392" y="12333"/>
                  </a:lnTo>
                  <a:cubicBezTo>
                    <a:pt x="4686" y="12718"/>
                    <a:pt x="5131" y="12920"/>
                    <a:pt x="5581" y="12920"/>
                  </a:cubicBezTo>
                  <a:cubicBezTo>
                    <a:pt x="5897" y="12920"/>
                    <a:pt x="6216" y="12820"/>
                    <a:pt x="6486" y="12613"/>
                  </a:cubicBezTo>
                  <a:lnTo>
                    <a:pt x="11736" y="8603"/>
                  </a:lnTo>
                  <a:cubicBezTo>
                    <a:pt x="11886" y="8488"/>
                    <a:pt x="12014" y="8344"/>
                    <a:pt x="12111" y="8181"/>
                  </a:cubicBezTo>
                  <a:lnTo>
                    <a:pt x="13694" y="5526"/>
                  </a:lnTo>
                  <a:cubicBezTo>
                    <a:pt x="14007" y="5002"/>
                    <a:pt x="13970" y="4338"/>
                    <a:pt x="13598" y="3853"/>
                  </a:cubicBezTo>
                  <a:lnTo>
                    <a:pt x="11104" y="588"/>
                  </a:lnTo>
                  <a:cubicBezTo>
                    <a:pt x="10816" y="212"/>
                    <a:pt x="10375" y="0"/>
                    <a:pt x="9917" y="0"/>
                  </a:cubicBezTo>
                  <a:close/>
                </a:path>
              </a:pathLst>
            </a:custGeom>
            <a:solidFill>
              <a:srgbClr val="F15A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56"/>
            <p:cNvSpPr/>
            <p:nvPr/>
          </p:nvSpPr>
          <p:spPr>
            <a:xfrm rot="700187">
              <a:off x="1102458" y="617140"/>
              <a:ext cx="312776" cy="262858"/>
            </a:xfrm>
            <a:custGeom>
              <a:rect b="b" l="l" r="r" t="t"/>
              <a:pathLst>
                <a:path extrusionOk="0" h="21728" w="25849">
                  <a:moveTo>
                    <a:pt x="6954" y="1"/>
                  </a:moveTo>
                  <a:cubicBezTo>
                    <a:pt x="3124" y="1"/>
                    <a:pt x="18" y="3110"/>
                    <a:pt x="18" y="6941"/>
                  </a:cubicBezTo>
                  <a:cubicBezTo>
                    <a:pt x="18" y="6941"/>
                    <a:pt x="1" y="7194"/>
                    <a:pt x="52" y="7651"/>
                  </a:cubicBezTo>
                  <a:cubicBezTo>
                    <a:pt x="56" y="7667"/>
                    <a:pt x="56" y="7683"/>
                    <a:pt x="57" y="7699"/>
                  </a:cubicBezTo>
                  <a:cubicBezTo>
                    <a:pt x="68" y="7782"/>
                    <a:pt x="78" y="7865"/>
                    <a:pt x="90" y="7945"/>
                  </a:cubicBezTo>
                  <a:cubicBezTo>
                    <a:pt x="98" y="7987"/>
                    <a:pt x="102" y="8029"/>
                    <a:pt x="111" y="8077"/>
                  </a:cubicBezTo>
                  <a:cubicBezTo>
                    <a:pt x="125" y="8166"/>
                    <a:pt x="140" y="8254"/>
                    <a:pt x="158" y="8340"/>
                  </a:cubicBezTo>
                  <a:cubicBezTo>
                    <a:pt x="158" y="8347"/>
                    <a:pt x="161" y="8358"/>
                    <a:pt x="164" y="8368"/>
                  </a:cubicBezTo>
                  <a:cubicBezTo>
                    <a:pt x="683" y="10960"/>
                    <a:pt x="2958" y="16645"/>
                    <a:pt x="12844" y="21728"/>
                  </a:cubicBezTo>
                  <a:cubicBezTo>
                    <a:pt x="12844" y="21728"/>
                    <a:pt x="25848" y="14947"/>
                    <a:pt x="25670" y="6941"/>
                  </a:cubicBezTo>
                  <a:cubicBezTo>
                    <a:pt x="25670" y="3110"/>
                    <a:pt x="22563" y="1"/>
                    <a:pt x="18733" y="1"/>
                  </a:cubicBezTo>
                  <a:cubicBezTo>
                    <a:pt x="16245" y="1"/>
                    <a:pt x="14065" y="1308"/>
                    <a:pt x="12844" y="3271"/>
                  </a:cubicBezTo>
                  <a:cubicBezTo>
                    <a:pt x="11622" y="1308"/>
                    <a:pt x="9442" y="1"/>
                    <a:pt x="6954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156"/>
          <p:cNvGrpSpPr/>
          <p:nvPr/>
        </p:nvGrpSpPr>
        <p:grpSpPr>
          <a:xfrm>
            <a:off x="6945331" y="2734924"/>
            <a:ext cx="2264751" cy="2769971"/>
            <a:chOff x="6761900" y="2616825"/>
            <a:chExt cx="2503041" cy="3061418"/>
          </a:xfrm>
        </p:grpSpPr>
        <p:sp>
          <p:nvSpPr>
            <p:cNvPr id="1081" name="Google Shape;1081;p156"/>
            <p:cNvSpPr/>
            <p:nvPr/>
          </p:nvSpPr>
          <p:spPr>
            <a:xfrm>
              <a:off x="7700587" y="3028114"/>
              <a:ext cx="371128" cy="38627"/>
            </a:xfrm>
            <a:custGeom>
              <a:rect b="b" l="l" r="r" t="t"/>
              <a:pathLst>
                <a:path extrusionOk="0" h="1005" w="9656">
                  <a:moveTo>
                    <a:pt x="507" y="1"/>
                  </a:moveTo>
                  <a:cubicBezTo>
                    <a:pt x="366" y="1"/>
                    <a:pt x="242" y="56"/>
                    <a:pt x="152" y="147"/>
                  </a:cubicBezTo>
                  <a:cubicBezTo>
                    <a:pt x="57" y="238"/>
                    <a:pt x="1" y="365"/>
                    <a:pt x="1" y="503"/>
                  </a:cubicBezTo>
                  <a:cubicBezTo>
                    <a:pt x="1" y="778"/>
                    <a:pt x="231" y="1004"/>
                    <a:pt x="507" y="1004"/>
                  </a:cubicBezTo>
                  <a:lnTo>
                    <a:pt x="9154" y="1004"/>
                  </a:lnTo>
                  <a:cubicBezTo>
                    <a:pt x="9293" y="1004"/>
                    <a:pt x="9417" y="948"/>
                    <a:pt x="9509" y="857"/>
                  </a:cubicBezTo>
                  <a:cubicBezTo>
                    <a:pt x="9599" y="767"/>
                    <a:pt x="9656" y="639"/>
                    <a:pt x="9656" y="503"/>
                  </a:cubicBezTo>
                  <a:cubicBezTo>
                    <a:pt x="9656" y="226"/>
                    <a:pt x="9429" y="1"/>
                    <a:pt x="9154" y="1"/>
                  </a:cubicBezTo>
                  <a:close/>
                </a:path>
              </a:pathLst>
            </a:custGeom>
            <a:solidFill>
              <a:srgbClr val="687F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82" name="Google Shape;1082;p156"/>
            <p:cNvGrpSpPr/>
            <p:nvPr/>
          </p:nvGrpSpPr>
          <p:grpSpPr>
            <a:xfrm>
              <a:off x="7041209" y="3172147"/>
              <a:ext cx="493402" cy="493402"/>
              <a:chOff x="6595675" y="1956450"/>
              <a:chExt cx="411100" cy="411100"/>
            </a:xfrm>
          </p:grpSpPr>
          <p:sp>
            <p:nvSpPr>
              <p:cNvPr id="1083" name="Google Shape;1083;p156"/>
              <p:cNvSpPr/>
              <p:nvPr/>
            </p:nvSpPr>
            <p:spPr>
              <a:xfrm>
                <a:off x="6615625" y="1976375"/>
                <a:ext cx="371275" cy="371275"/>
              </a:xfrm>
              <a:custGeom>
                <a:rect b="b" l="l" r="r" t="t"/>
                <a:pathLst>
                  <a:path extrusionOk="0" h="14851" w="14851">
                    <a:moveTo>
                      <a:pt x="7425" y="1"/>
                    </a:moveTo>
                    <a:cubicBezTo>
                      <a:pt x="3325" y="1"/>
                      <a:pt x="1" y="3323"/>
                      <a:pt x="1" y="7425"/>
                    </a:cubicBezTo>
                    <a:cubicBezTo>
                      <a:pt x="1" y="11526"/>
                      <a:pt x="3325" y="14851"/>
                      <a:pt x="7425" y="14851"/>
                    </a:cubicBezTo>
                    <a:cubicBezTo>
                      <a:pt x="11527" y="14851"/>
                      <a:pt x="14851" y="11526"/>
                      <a:pt x="14851" y="7425"/>
                    </a:cubicBezTo>
                    <a:cubicBezTo>
                      <a:pt x="14851" y="3323"/>
                      <a:pt x="11527" y="1"/>
                      <a:pt x="7425" y="1"/>
                    </a:cubicBezTo>
                    <a:close/>
                  </a:path>
                </a:pathLst>
              </a:custGeom>
              <a:solidFill>
                <a:srgbClr val="F793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156"/>
              <p:cNvSpPr/>
              <p:nvPr/>
            </p:nvSpPr>
            <p:spPr>
              <a:xfrm>
                <a:off x="6595675" y="1956450"/>
                <a:ext cx="411100" cy="411100"/>
              </a:xfrm>
              <a:custGeom>
                <a:rect b="b" l="l" r="r" t="t"/>
                <a:pathLst>
                  <a:path extrusionOk="0" h="16444" w="16444">
                    <a:moveTo>
                      <a:pt x="8223" y="798"/>
                    </a:moveTo>
                    <a:cubicBezTo>
                      <a:pt x="12325" y="798"/>
                      <a:pt x="15649" y="4119"/>
                      <a:pt x="15649" y="8222"/>
                    </a:cubicBezTo>
                    <a:cubicBezTo>
                      <a:pt x="15649" y="12323"/>
                      <a:pt x="12325" y="15648"/>
                      <a:pt x="8223" y="15648"/>
                    </a:cubicBezTo>
                    <a:cubicBezTo>
                      <a:pt x="4123" y="15648"/>
                      <a:pt x="797" y="12323"/>
                      <a:pt x="797" y="8222"/>
                    </a:cubicBezTo>
                    <a:cubicBezTo>
                      <a:pt x="797" y="4119"/>
                      <a:pt x="4123" y="798"/>
                      <a:pt x="8223" y="798"/>
                    </a:cubicBezTo>
                    <a:close/>
                    <a:moveTo>
                      <a:pt x="8223" y="1"/>
                    </a:moveTo>
                    <a:cubicBezTo>
                      <a:pt x="3683" y="1"/>
                      <a:pt x="0" y="3679"/>
                      <a:pt x="0" y="8222"/>
                    </a:cubicBezTo>
                    <a:cubicBezTo>
                      <a:pt x="0" y="12763"/>
                      <a:pt x="3683" y="16443"/>
                      <a:pt x="8223" y="16443"/>
                    </a:cubicBezTo>
                    <a:cubicBezTo>
                      <a:pt x="12765" y="16443"/>
                      <a:pt x="16443" y="12763"/>
                      <a:pt x="16443" y="8222"/>
                    </a:cubicBezTo>
                    <a:cubicBezTo>
                      <a:pt x="16443" y="3679"/>
                      <a:pt x="12765" y="1"/>
                      <a:pt x="8223" y="1"/>
                    </a:cubicBezTo>
                    <a:close/>
                  </a:path>
                </a:pathLst>
              </a:custGeom>
              <a:solidFill>
                <a:srgbClr val="F15A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156"/>
              <p:cNvSpPr/>
              <p:nvPr/>
            </p:nvSpPr>
            <p:spPr>
              <a:xfrm>
                <a:off x="6719400" y="2014575"/>
                <a:ext cx="160500" cy="289600"/>
              </a:xfrm>
              <a:custGeom>
                <a:rect b="b" l="l" r="r" t="t"/>
                <a:pathLst>
                  <a:path extrusionOk="0" h="11584" w="6420">
                    <a:moveTo>
                      <a:pt x="2945" y="2207"/>
                    </a:moveTo>
                    <a:lnTo>
                      <a:pt x="2945" y="5287"/>
                    </a:lnTo>
                    <a:cubicBezTo>
                      <a:pt x="1935" y="5030"/>
                      <a:pt x="1110" y="4684"/>
                      <a:pt x="1110" y="3748"/>
                    </a:cubicBezTo>
                    <a:cubicBezTo>
                      <a:pt x="1110" y="2970"/>
                      <a:pt x="1676" y="2318"/>
                      <a:pt x="2945" y="2207"/>
                    </a:cubicBezTo>
                    <a:close/>
                    <a:moveTo>
                      <a:pt x="3562" y="6310"/>
                    </a:moveTo>
                    <a:cubicBezTo>
                      <a:pt x="4621" y="6569"/>
                      <a:pt x="5520" y="6900"/>
                      <a:pt x="5520" y="7874"/>
                    </a:cubicBezTo>
                    <a:cubicBezTo>
                      <a:pt x="5520" y="8664"/>
                      <a:pt x="4917" y="9291"/>
                      <a:pt x="3562" y="9391"/>
                    </a:cubicBezTo>
                    <a:lnTo>
                      <a:pt x="3562" y="6310"/>
                    </a:lnTo>
                    <a:close/>
                    <a:moveTo>
                      <a:pt x="2945" y="0"/>
                    </a:moveTo>
                    <a:lnTo>
                      <a:pt x="2945" y="1419"/>
                    </a:lnTo>
                    <a:cubicBezTo>
                      <a:pt x="1060" y="1566"/>
                      <a:pt x="210" y="2589"/>
                      <a:pt x="210" y="3772"/>
                    </a:cubicBezTo>
                    <a:cubicBezTo>
                      <a:pt x="210" y="5399"/>
                      <a:pt x="1590" y="5817"/>
                      <a:pt x="2945" y="6150"/>
                    </a:cubicBezTo>
                    <a:lnTo>
                      <a:pt x="2945" y="9391"/>
                    </a:lnTo>
                    <a:cubicBezTo>
                      <a:pt x="1911" y="9329"/>
                      <a:pt x="924" y="8910"/>
                      <a:pt x="358" y="8355"/>
                    </a:cubicBezTo>
                    <a:lnTo>
                      <a:pt x="1" y="9058"/>
                    </a:lnTo>
                    <a:cubicBezTo>
                      <a:pt x="604" y="9674"/>
                      <a:pt x="1738" y="10118"/>
                      <a:pt x="2945" y="10180"/>
                    </a:cubicBezTo>
                    <a:lnTo>
                      <a:pt x="2945" y="11584"/>
                    </a:lnTo>
                    <a:lnTo>
                      <a:pt x="3562" y="11584"/>
                    </a:lnTo>
                    <a:lnTo>
                      <a:pt x="3562" y="10167"/>
                    </a:lnTo>
                    <a:cubicBezTo>
                      <a:pt x="5520" y="10056"/>
                      <a:pt x="6420" y="9020"/>
                      <a:pt x="6420" y="7825"/>
                    </a:cubicBezTo>
                    <a:cubicBezTo>
                      <a:pt x="6420" y="6174"/>
                      <a:pt x="4954" y="5780"/>
                      <a:pt x="3562" y="5447"/>
                    </a:cubicBezTo>
                    <a:lnTo>
                      <a:pt x="3562" y="2182"/>
                    </a:lnTo>
                    <a:cubicBezTo>
                      <a:pt x="4278" y="2218"/>
                      <a:pt x="5065" y="2453"/>
                      <a:pt x="5754" y="2897"/>
                    </a:cubicBezTo>
                    <a:lnTo>
                      <a:pt x="6063" y="2169"/>
                    </a:lnTo>
                    <a:cubicBezTo>
                      <a:pt x="5409" y="1714"/>
                      <a:pt x="4486" y="1443"/>
                      <a:pt x="3562" y="1406"/>
                    </a:cubicBezTo>
                    <a:lnTo>
                      <a:pt x="356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6" name="Google Shape;1086;p156"/>
            <p:cNvGrpSpPr/>
            <p:nvPr/>
          </p:nvGrpSpPr>
          <p:grpSpPr>
            <a:xfrm>
              <a:off x="7633686" y="3024894"/>
              <a:ext cx="1266203" cy="1526446"/>
              <a:chOff x="7012575" y="1943075"/>
              <a:chExt cx="823600" cy="992875"/>
            </a:xfrm>
          </p:grpSpPr>
          <p:sp>
            <p:nvSpPr>
              <p:cNvPr id="1087" name="Google Shape;1087;p156"/>
              <p:cNvSpPr/>
              <p:nvPr/>
            </p:nvSpPr>
            <p:spPr>
              <a:xfrm>
                <a:off x="7012575" y="1943075"/>
                <a:ext cx="823600" cy="992875"/>
              </a:xfrm>
              <a:custGeom>
                <a:rect b="b" l="l" r="r" t="t"/>
                <a:pathLst>
                  <a:path extrusionOk="0" h="39715" w="32944">
                    <a:moveTo>
                      <a:pt x="15211" y="0"/>
                    </a:moveTo>
                    <a:cubicBezTo>
                      <a:pt x="14698" y="0"/>
                      <a:pt x="14205" y="292"/>
                      <a:pt x="13976" y="786"/>
                    </a:cubicBezTo>
                    <a:lnTo>
                      <a:pt x="312" y="30290"/>
                    </a:lnTo>
                    <a:cubicBezTo>
                      <a:pt x="0" y="30966"/>
                      <a:pt x="297" y="31776"/>
                      <a:pt x="973" y="32091"/>
                    </a:cubicBezTo>
                    <a:lnTo>
                      <a:pt x="12146" y="37265"/>
                    </a:lnTo>
                    <a:lnTo>
                      <a:pt x="12125" y="37307"/>
                    </a:lnTo>
                    <a:lnTo>
                      <a:pt x="17167" y="39590"/>
                    </a:lnTo>
                    <a:cubicBezTo>
                      <a:pt x="17349" y="39674"/>
                      <a:pt x="17542" y="39714"/>
                      <a:pt x="17732" y="39714"/>
                    </a:cubicBezTo>
                    <a:cubicBezTo>
                      <a:pt x="18245" y="39714"/>
                      <a:pt x="18739" y="39422"/>
                      <a:pt x="18967" y="38929"/>
                    </a:cubicBezTo>
                    <a:lnTo>
                      <a:pt x="32630" y="9424"/>
                    </a:lnTo>
                    <a:cubicBezTo>
                      <a:pt x="32943" y="8748"/>
                      <a:pt x="32646" y="7937"/>
                      <a:pt x="31969" y="7624"/>
                    </a:cubicBezTo>
                    <a:lnTo>
                      <a:pt x="27236" y="5482"/>
                    </a:lnTo>
                    <a:lnTo>
                      <a:pt x="27255" y="5441"/>
                    </a:lnTo>
                    <a:lnTo>
                      <a:pt x="15777" y="125"/>
                    </a:lnTo>
                    <a:cubicBezTo>
                      <a:pt x="15594" y="40"/>
                      <a:pt x="15401" y="0"/>
                      <a:pt x="15211" y="0"/>
                    </a:cubicBezTo>
                    <a:close/>
                  </a:path>
                </a:pathLst>
              </a:custGeom>
              <a:solidFill>
                <a:srgbClr val="687F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156"/>
              <p:cNvSpPr/>
              <p:nvPr/>
            </p:nvSpPr>
            <p:spPr>
              <a:xfrm>
                <a:off x="7404275" y="2079100"/>
                <a:ext cx="381475" cy="678425"/>
              </a:xfrm>
              <a:custGeom>
                <a:rect b="b" l="l" r="r" t="t"/>
                <a:pathLst>
                  <a:path extrusionOk="0" h="27137" w="15259">
                    <a:moveTo>
                      <a:pt x="11587" y="0"/>
                    </a:moveTo>
                    <a:lnTo>
                      <a:pt x="0" y="25018"/>
                    </a:lnTo>
                    <a:cubicBezTo>
                      <a:pt x="1126" y="25783"/>
                      <a:pt x="2294" y="26474"/>
                      <a:pt x="3479" y="27136"/>
                    </a:cubicBezTo>
                    <a:lnTo>
                      <a:pt x="15258" y="1701"/>
                    </a:lnTo>
                    <a:lnTo>
                      <a:pt x="11587" y="0"/>
                    </a:lnTo>
                    <a:close/>
                  </a:path>
                </a:pathLst>
              </a:custGeom>
              <a:solidFill>
                <a:srgbClr val="AEC6C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9" name="Google Shape;1089;p156"/>
            <p:cNvSpPr/>
            <p:nvPr/>
          </p:nvSpPr>
          <p:spPr>
            <a:xfrm>
              <a:off x="6761900" y="5661831"/>
              <a:ext cx="2503041" cy="16412"/>
            </a:xfrm>
            <a:custGeom>
              <a:rect b="b" l="l" r="r" t="t"/>
              <a:pathLst>
                <a:path extrusionOk="0" h="427" w="65124">
                  <a:moveTo>
                    <a:pt x="210" y="1"/>
                  </a:moveTo>
                  <a:cubicBezTo>
                    <a:pt x="0" y="1"/>
                    <a:pt x="0" y="427"/>
                    <a:pt x="210" y="427"/>
                  </a:cubicBezTo>
                  <a:lnTo>
                    <a:pt x="64914" y="427"/>
                  </a:lnTo>
                  <a:cubicBezTo>
                    <a:pt x="65124" y="427"/>
                    <a:pt x="65124" y="1"/>
                    <a:pt x="64914" y="1"/>
                  </a:cubicBezTo>
                  <a:close/>
                </a:path>
              </a:pathLst>
            </a:custGeom>
            <a:solidFill>
              <a:srgbClr val="AEC6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56"/>
            <p:cNvSpPr/>
            <p:nvPr/>
          </p:nvSpPr>
          <p:spPr>
            <a:xfrm>
              <a:off x="7452069" y="2997674"/>
              <a:ext cx="861136" cy="1738377"/>
            </a:xfrm>
            <a:custGeom>
              <a:rect b="b" l="l" r="r" t="t"/>
              <a:pathLst>
                <a:path extrusionOk="0" h="45229" w="22405">
                  <a:moveTo>
                    <a:pt x="2343" y="0"/>
                  </a:moveTo>
                  <a:cubicBezTo>
                    <a:pt x="1057" y="0"/>
                    <a:pt x="1" y="1054"/>
                    <a:pt x="1" y="2342"/>
                  </a:cubicBezTo>
                  <a:lnTo>
                    <a:pt x="1" y="42889"/>
                  </a:lnTo>
                  <a:cubicBezTo>
                    <a:pt x="1" y="44176"/>
                    <a:pt x="1057" y="45229"/>
                    <a:pt x="2343" y="45229"/>
                  </a:cubicBezTo>
                  <a:lnTo>
                    <a:pt x="20062" y="45229"/>
                  </a:lnTo>
                  <a:cubicBezTo>
                    <a:pt x="21352" y="45229"/>
                    <a:pt x="22405" y="44176"/>
                    <a:pt x="22405" y="42889"/>
                  </a:cubicBezTo>
                  <a:lnTo>
                    <a:pt x="22405" y="2342"/>
                  </a:lnTo>
                  <a:cubicBezTo>
                    <a:pt x="22405" y="1054"/>
                    <a:pt x="21352" y="0"/>
                    <a:pt x="20062" y="0"/>
                  </a:cubicBezTo>
                  <a:close/>
                </a:path>
              </a:pathLst>
            </a:custGeom>
            <a:solidFill>
              <a:srgbClr val="F15A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156"/>
            <p:cNvGrpSpPr/>
            <p:nvPr/>
          </p:nvGrpSpPr>
          <p:grpSpPr>
            <a:xfrm>
              <a:off x="6889264" y="3695194"/>
              <a:ext cx="377523" cy="377583"/>
              <a:chOff x="6469075" y="2392250"/>
              <a:chExt cx="314550" cy="314600"/>
            </a:xfrm>
          </p:grpSpPr>
          <p:sp>
            <p:nvSpPr>
              <p:cNvPr id="1092" name="Google Shape;1092;p156"/>
              <p:cNvSpPr/>
              <p:nvPr/>
            </p:nvSpPr>
            <p:spPr>
              <a:xfrm>
                <a:off x="6484325" y="2407500"/>
                <a:ext cx="284125" cy="284125"/>
              </a:xfrm>
              <a:custGeom>
                <a:rect b="b" l="l" r="r" t="t"/>
                <a:pathLst>
                  <a:path extrusionOk="0" h="11365" w="11365">
                    <a:moveTo>
                      <a:pt x="5682" y="1"/>
                    </a:moveTo>
                    <a:cubicBezTo>
                      <a:pt x="2543" y="1"/>
                      <a:pt x="0" y="2542"/>
                      <a:pt x="0" y="5683"/>
                    </a:cubicBezTo>
                    <a:cubicBezTo>
                      <a:pt x="0" y="8821"/>
                      <a:pt x="2543" y="11365"/>
                      <a:pt x="5682" y="11365"/>
                    </a:cubicBezTo>
                    <a:cubicBezTo>
                      <a:pt x="8819" y="11365"/>
                      <a:pt x="11364" y="8821"/>
                      <a:pt x="11364" y="5683"/>
                    </a:cubicBezTo>
                    <a:cubicBezTo>
                      <a:pt x="11364" y="2542"/>
                      <a:pt x="8819" y="1"/>
                      <a:pt x="5682" y="1"/>
                    </a:cubicBezTo>
                    <a:close/>
                  </a:path>
                </a:pathLst>
              </a:custGeom>
              <a:solidFill>
                <a:srgbClr val="F793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156"/>
              <p:cNvSpPr/>
              <p:nvPr/>
            </p:nvSpPr>
            <p:spPr>
              <a:xfrm>
                <a:off x="6469075" y="2392250"/>
                <a:ext cx="314550" cy="314600"/>
              </a:xfrm>
              <a:custGeom>
                <a:rect b="b" l="l" r="r" t="t"/>
                <a:pathLst>
                  <a:path extrusionOk="0" h="12584" w="12582">
                    <a:moveTo>
                      <a:pt x="6292" y="611"/>
                    </a:moveTo>
                    <a:cubicBezTo>
                      <a:pt x="9429" y="611"/>
                      <a:pt x="11974" y="3152"/>
                      <a:pt x="11974" y="6293"/>
                    </a:cubicBezTo>
                    <a:cubicBezTo>
                      <a:pt x="11974" y="9429"/>
                      <a:pt x="9429" y="11973"/>
                      <a:pt x="6292" y="11973"/>
                    </a:cubicBezTo>
                    <a:cubicBezTo>
                      <a:pt x="3154" y="11973"/>
                      <a:pt x="610" y="9429"/>
                      <a:pt x="610" y="6293"/>
                    </a:cubicBezTo>
                    <a:cubicBezTo>
                      <a:pt x="610" y="3152"/>
                      <a:pt x="3154" y="611"/>
                      <a:pt x="6292" y="611"/>
                    </a:cubicBezTo>
                    <a:close/>
                    <a:moveTo>
                      <a:pt x="6292" y="1"/>
                    </a:moveTo>
                    <a:cubicBezTo>
                      <a:pt x="2817" y="1"/>
                      <a:pt x="0" y="2816"/>
                      <a:pt x="0" y="6293"/>
                    </a:cubicBezTo>
                    <a:cubicBezTo>
                      <a:pt x="0" y="9767"/>
                      <a:pt x="2817" y="12583"/>
                      <a:pt x="6292" y="12583"/>
                    </a:cubicBezTo>
                    <a:cubicBezTo>
                      <a:pt x="9766" y="12583"/>
                      <a:pt x="12582" y="9767"/>
                      <a:pt x="12582" y="6293"/>
                    </a:cubicBezTo>
                    <a:cubicBezTo>
                      <a:pt x="12582" y="2816"/>
                      <a:pt x="9766" y="1"/>
                      <a:pt x="6292" y="1"/>
                    </a:cubicBezTo>
                    <a:close/>
                  </a:path>
                </a:pathLst>
              </a:custGeom>
              <a:solidFill>
                <a:srgbClr val="F15A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156"/>
              <p:cNvSpPr/>
              <p:nvPr/>
            </p:nvSpPr>
            <p:spPr>
              <a:xfrm>
                <a:off x="6563725" y="2436750"/>
                <a:ext cx="122850" cy="221600"/>
              </a:xfrm>
              <a:custGeom>
                <a:rect b="b" l="l" r="r" t="t"/>
                <a:pathLst>
                  <a:path extrusionOk="0" h="8864" w="4914">
                    <a:moveTo>
                      <a:pt x="2254" y="1688"/>
                    </a:moveTo>
                    <a:lnTo>
                      <a:pt x="2254" y="4045"/>
                    </a:lnTo>
                    <a:cubicBezTo>
                      <a:pt x="1481" y="3847"/>
                      <a:pt x="848" y="3583"/>
                      <a:pt x="848" y="2866"/>
                    </a:cubicBezTo>
                    <a:cubicBezTo>
                      <a:pt x="848" y="2273"/>
                      <a:pt x="1283" y="1772"/>
                      <a:pt x="2254" y="1688"/>
                    </a:cubicBezTo>
                    <a:close/>
                    <a:moveTo>
                      <a:pt x="2725" y="4828"/>
                    </a:moveTo>
                    <a:cubicBezTo>
                      <a:pt x="3537" y="5026"/>
                      <a:pt x="4225" y="5279"/>
                      <a:pt x="4225" y="6026"/>
                    </a:cubicBezTo>
                    <a:cubicBezTo>
                      <a:pt x="4225" y="6629"/>
                      <a:pt x="3762" y="7109"/>
                      <a:pt x="2725" y="7184"/>
                    </a:cubicBezTo>
                    <a:lnTo>
                      <a:pt x="2725" y="4828"/>
                    </a:lnTo>
                    <a:close/>
                    <a:moveTo>
                      <a:pt x="2254" y="0"/>
                    </a:moveTo>
                    <a:lnTo>
                      <a:pt x="2254" y="1084"/>
                    </a:lnTo>
                    <a:cubicBezTo>
                      <a:pt x="812" y="1198"/>
                      <a:pt x="161" y="1981"/>
                      <a:pt x="161" y="2884"/>
                    </a:cubicBezTo>
                    <a:cubicBezTo>
                      <a:pt x="161" y="4130"/>
                      <a:pt x="1217" y="4452"/>
                      <a:pt x="2254" y="4705"/>
                    </a:cubicBezTo>
                    <a:lnTo>
                      <a:pt x="2254" y="7184"/>
                    </a:lnTo>
                    <a:cubicBezTo>
                      <a:pt x="1463" y="7138"/>
                      <a:pt x="708" y="6817"/>
                      <a:pt x="273" y="6393"/>
                    </a:cubicBezTo>
                    <a:lnTo>
                      <a:pt x="1" y="6930"/>
                    </a:lnTo>
                    <a:cubicBezTo>
                      <a:pt x="462" y="7402"/>
                      <a:pt x="1330" y="7742"/>
                      <a:pt x="2254" y="7788"/>
                    </a:cubicBezTo>
                    <a:lnTo>
                      <a:pt x="2254" y="8864"/>
                    </a:lnTo>
                    <a:lnTo>
                      <a:pt x="2725" y="8864"/>
                    </a:lnTo>
                    <a:lnTo>
                      <a:pt x="2725" y="7779"/>
                    </a:lnTo>
                    <a:cubicBezTo>
                      <a:pt x="4225" y="7694"/>
                      <a:pt x="4913" y="6903"/>
                      <a:pt x="4913" y="5988"/>
                    </a:cubicBezTo>
                    <a:cubicBezTo>
                      <a:pt x="4913" y="4724"/>
                      <a:pt x="3792" y="4422"/>
                      <a:pt x="2726" y="4168"/>
                    </a:cubicBezTo>
                    <a:lnTo>
                      <a:pt x="2726" y="1668"/>
                    </a:lnTo>
                    <a:cubicBezTo>
                      <a:pt x="3273" y="1698"/>
                      <a:pt x="3876" y="1877"/>
                      <a:pt x="4404" y="2215"/>
                    </a:cubicBezTo>
                    <a:lnTo>
                      <a:pt x="4639" y="1659"/>
                    </a:lnTo>
                    <a:cubicBezTo>
                      <a:pt x="4139" y="1310"/>
                      <a:pt x="3432" y="1103"/>
                      <a:pt x="2725" y="1075"/>
                    </a:cubicBezTo>
                    <a:lnTo>
                      <a:pt x="27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5" name="Google Shape;1095;p156"/>
            <p:cNvSpPr/>
            <p:nvPr/>
          </p:nvSpPr>
          <p:spPr>
            <a:xfrm>
              <a:off x="7469710" y="3085612"/>
              <a:ext cx="825930" cy="1580063"/>
            </a:xfrm>
            <a:custGeom>
              <a:rect b="b" l="l" r="r" t="t"/>
              <a:pathLst>
                <a:path extrusionOk="0" h="41110" w="21489">
                  <a:moveTo>
                    <a:pt x="3040" y="0"/>
                  </a:moveTo>
                  <a:cubicBezTo>
                    <a:pt x="1368" y="0"/>
                    <a:pt x="0" y="1369"/>
                    <a:pt x="0" y="3042"/>
                  </a:cubicBezTo>
                  <a:lnTo>
                    <a:pt x="0" y="38069"/>
                  </a:lnTo>
                  <a:cubicBezTo>
                    <a:pt x="0" y="39742"/>
                    <a:pt x="1368" y="41109"/>
                    <a:pt x="3040" y="41109"/>
                  </a:cubicBezTo>
                  <a:lnTo>
                    <a:pt x="18447" y="41109"/>
                  </a:lnTo>
                  <a:cubicBezTo>
                    <a:pt x="20120" y="41109"/>
                    <a:pt x="21489" y="39742"/>
                    <a:pt x="21489" y="38069"/>
                  </a:cubicBezTo>
                  <a:lnTo>
                    <a:pt x="21489" y="3042"/>
                  </a:lnTo>
                  <a:cubicBezTo>
                    <a:pt x="21489" y="1369"/>
                    <a:pt x="20120" y="0"/>
                    <a:pt x="18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6" name="Google Shape;1096;p156"/>
            <p:cNvGrpSpPr/>
            <p:nvPr/>
          </p:nvGrpSpPr>
          <p:grpSpPr>
            <a:xfrm>
              <a:off x="7545210" y="3424475"/>
              <a:ext cx="675490" cy="863598"/>
              <a:chOff x="7454650" y="625813"/>
              <a:chExt cx="563425" cy="720325"/>
            </a:xfrm>
          </p:grpSpPr>
          <p:sp>
            <p:nvSpPr>
              <p:cNvPr id="1097" name="Google Shape;1097;p156"/>
              <p:cNvSpPr/>
              <p:nvPr/>
            </p:nvSpPr>
            <p:spPr>
              <a:xfrm>
                <a:off x="7454650" y="845063"/>
                <a:ext cx="563425" cy="501075"/>
              </a:xfrm>
              <a:custGeom>
                <a:rect b="b" l="l" r="r" t="t"/>
                <a:pathLst>
                  <a:path extrusionOk="0" h="20043" w="22537">
                    <a:moveTo>
                      <a:pt x="5118" y="1"/>
                    </a:moveTo>
                    <a:lnTo>
                      <a:pt x="0" y="20043"/>
                    </a:lnTo>
                    <a:lnTo>
                      <a:pt x="22536" y="20043"/>
                    </a:lnTo>
                    <a:lnTo>
                      <a:pt x="17420" y="1"/>
                    </a:lnTo>
                    <a:close/>
                  </a:path>
                </a:pathLst>
              </a:custGeom>
              <a:solidFill>
                <a:srgbClr val="F15A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156"/>
              <p:cNvSpPr/>
              <p:nvPr/>
            </p:nvSpPr>
            <p:spPr>
              <a:xfrm>
                <a:off x="7603875" y="625813"/>
                <a:ext cx="265900" cy="272975"/>
              </a:xfrm>
              <a:custGeom>
                <a:rect b="b" l="l" r="r" t="t"/>
                <a:pathLst>
                  <a:path extrusionOk="0" h="10919" w="10636">
                    <a:moveTo>
                      <a:pt x="5337" y="1"/>
                    </a:moveTo>
                    <a:cubicBezTo>
                      <a:pt x="4714" y="1"/>
                      <a:pt x="4090" y="118"/>
                      <a:pt x="3501" y="358"/>
                    </a:cubicBezTo>
                    <a:cubicBezTo>
                      <a:pt x="2033" y="957"/>
                      <a:pt x="907" y="2240"/>
                      <a:pt x="515" y="3777"/>
                    </a:cubicBezTo>
                    <a:cubicBezTo>
                      <a:pt x="1" y="5792"/>
                      <a:pt x="608" y="7825"/>
                      <a:pt x="1291" y="9725"/>
                    </a:cubicBezTo>
                    <a:lnTo>
                      <a:pt x="1087" y="9521"/>
                    </a:lnTo>
                    <a:cubicBezTo>
                      <a:pt x="1057" y="9492"/>
                      <a:pt x="1024" y="9480"/>
                      <a:pt x="992" y="9480"/>
                    </a:cubicBezTo>
                    <a:cubicBezTo>
                      <a:pt x="879" y="9480"/>
                      <a:pt x="780" y="9626"/>
                      <a:pt x="882" y="9726"/>
                    </a:cubicBezTo>
                    <a:lnTo>
                      <a:pt x="1354" y="10199"/>
                    </a:lnTo>
                    <a:lnTo>
                      <a:pt x="882" y="10671"/>
                    </a:lnTo>
                    <a:cubicBezTo>
                      <a:pt x="780" y="10772"/>
                      <a:pt x="879" y="10918"/>
                      <a:pt x="991" y="10918"/>
                    </a:cubicBezTo>
                    <a:cubicBezTo>
                      <a:pt x="1023" y="10918"/>
                      <a:pt x="1057" y="10906"/>
                      <a:pt x="1087" y="10876"/>
                    </a:cubicBezTo>
                    <a:lnTo>
                      <a:pt x="1560" y="10404"/>
                    </a:lnTo>
                    <a:lnTo>
                      <a:pt x="2029" y="10876"/>
                    </a:lnTo>
                    <a:cubicBezTo>
                      <a:pt x="2059" y="10906"/>
                      <a:pt x="2092" y="10918"/>
                      <a:pt x="2125" y="10918"/>
                    </a:cubicBezTo>
                    <a:cubicBezTo>
                      <a:pt x="2237" y="10918"/>
                      <a:pt x="2338" y="10772"/>
                      <a:pt x="2234" y="10671"/>
                    </a:cubicBezTo>
                    <a:lnTo>
                      <a:pt x="1762" y="10199"/>
                    </a:lnTo>
                    <a:lnTo>
                      <a:pt x="2234" y="9726"/>
                    </a:lnTo>
                    <a:cubicBezTo>
                      <a:pt x="2338" y="9626"/>
                      <a:pt x="2237" y="9480"/>
                      <a:pt x="2124" y="9480"/>
                    </a:cubicBezTo>
                    <a:cubicBezTo>
                      <a:pt x="2092" y="9480"/>
                      <a:pt x="2059" y="9492"/>
                      <a:pt x="2029" y="9521"/>
                    </a:cubicBezTo>
                    <a:lnTo>
                      <a:pt x="1658" y="9897"/>
                    </a:lnTo>
                    <a:cubicBezTo>
                      <a:pt x="1040" y="8203"/>
                      <a:pt x="442" y="6423"/>
                      <a:pt x="656" y="4596"/>
                    </a:cubicBezTo>
                    <a:cubicBezTo>
                      <a:pt x="840" y="3015"/>
                      <a:pt x="1727" y="1622"/>
                      <a:pt x="3131" y="853"/>
                    </a:cubicBezTo>
                    <a:cubicBezTo>
                      <a:pt x="3821" y="475"/>
                      <a:pt x="4581" y="290"/>
                      <a:pt x="5344" y="290"/>
                    </a:cubicBezTo>
                    <a:cubicBezTo>
                      <a:pt x="6052" y="290"/>
                      <a:pt x="6762" y="450"/>
                      <a:pt x="7417" y="766"/>
                    </a:cubicBezTo>
                    <a:cubicBezTo>
                      <a:pt x="8876" y="1469"/>
                      <a:pt x="9792" y="2857"/>
                      <a:pt x="10092" y="4426"/>
                    </a:cubicBezTo>
                    <a:cubicBezTo>
                      <a:pt x="10451" y="6319"/>
                      <a:pt x="9916" y="8228"/>
                      <a:pt x="9129" y="9947"/>
                    </a:cubicBezTo>
                    <a:lnTo>
                      <a:pt x="8704" y="9521"/>
                    </a:lnTo>
                    <a:cubicBezTo>
                      <a:pt x="8674" y="9492"/>
                      <a:pt x="8641" y="9480"/>
                      <a:pt x="8608" y="9480"/>
                    </a:cubicBezTo>
                    <a:cubicBezTo>
                      <a:pt x="8496" y="9480"/>
                      <a:pt x="8397" y="9626"/>
                      <a:pt x="8500" y="9726"/>
                    </a:cubicBezTo>
                    <a:lnTo>
                      <a:pt x="8971" y="10199"/>
                    </a:lnTo>
                    <a:lnTo>
                      <a:pt x="8500" y="10671"/>
                    </a:lnTo>
                    <a:cubicBezTo>
                      <a:pt x="8397" y="10772"/>
                      <a:pt x="8496" y="10918"/>
                      <a:pt x="8608" y="10918"/>
                    </a:cubicBezTo>
                    <a:cubicBezTo>
                      <a:pt x="8640" y="10918"/>
                      <a:pt x="8674" y="10906"/>
                      <a:pt x="8704" y="10876"/>
                    </a:cubicBezTo>
                    <a:lnTo>
                      <a:pt x="9176" y="10404"/>
                    </a:lnTo>
                    <a:lnTo>
                      <a:pt x="9647" y="10876"/>
                    </a:lnTo>
                    <a:cubicBezTo>
                      <a:pt x="9677" y="10906"/>
                      <a:pt x="9711" y="10918"/>
                      <a:pt x="9743" y="10918"/>
                    </a:cubicBezTo>
                    <a:cubicBezTo>
                      <a:pt x="9854" y="10918"/>
                      <a:pt x="9953" y="10772"/>
                      <a:pt x="9851" y="10671"/>
                    </a:cubicBezTo>
                    <a:lnTo>
                      <a:pt x="9379" y="10199"/>
                    </a:lnTo>
                    <a:lnTo>
                      <a:pt x="9851" y="9726"/>
                    </a:lnTo>
                    <a:cubicBezTo>
                      <a:pt x="9954" y="9626"/>
                      <a:pt x="9854" y="9480"/>
                      <a:pt x="9742" y="9480"/>
                    </a:cubicBezTo>
                    <a:cubicBezTo>
                      <a:pt x="9710" y="9480"/>
                      <a:pt x="9677" y="9492"/>
                      <a:pt x="9647" y="9521"/>
                    </a:cubicBezTo>
                    <a:lnTo>
                      <a:pt x="9616" y="9554"/>
                    </a:lnTo>
                    <a:cubicBezTo>
                      <a:pt x="10240" y="8061"/>
                      <a:pt x="10635" y="6453"/>
                      <a:pt x="10444" y="4829"/>
                    </a:cubicBezTo>
                    <a:cubicBezTo>
                      <a:pt x="10250" y="3185"/>
                      <a:pt x="9429" y="1632"/>
                      <a:pt x="7996" y="753"/>
                    </a:cubicBezTo>
                    <a:cubicBezTo>
                      <a:pt x="7190" y="260"/>
                      <a:pt x="6265" y="1"/>
                      <a:pt x="5337" y="1"/>
                    </a:cubicBezTo>
                    <a:close/>
                  </a:path>
                </a:pathLst>
              </a:custGeom>
              <a:solidFill>
                <a:srgbClr val="687F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156"/>
              <p:cNvSpPr/>
              <p:nvPr/>
            </p:nvSpPr>
            <p:spPr>
              <a:xfrm>
                <a:off x="7488000" y="921113"/>
                <a:ext cx="472500" cy="409700"/>
              </a:xfrm>
              <a:custGeom>
                <a:rect b="b" l="l" r="r" t="t"/>
                <a:pathLst>
                  <a:path extrusionOk="0" h="16388" w="18900">
                    <a:moveTo>
                      <a:pt x="12508" y="540"/>
                    </a:moveTo>
                    <a:cubicBezTo>
                      <a:pt x="12409" y="540"/>
                      <a:pt x="12291" y="601"/>
                      <a:pt x="12225" y="667"/>
                    </a:cubicBezTo>
                    <a:cubicBezTo>
                      <a:pt x="12150" y="742"/>
                      <a:pt x="12092" y="866"/>
                      <a:pt x="12098" y="973"/>
                    </a:cubicBezTo>
                    <a:cubicBezTo>
                      <a:pt x="12104" y="1084"/>
                      <a:pt x="12140" y="1202"/>
                      <a:pt x="12225" y="1279"/>
                    </a:cubicBezTo>
                    <a:cubicBezTo>
                      <a:pt x="12315" y="1361"/>
                      <a:pt x="12410" y="1395"/>
                      <a:pt x="12530" y="1406"/>
                    </a:cubicBezTo>
                    <a:lnTo>
                      <a:pt x="13654" y="1513"/>
                    </a:lnTo>
                    <a:cubicBezTo>
                      <a:pt x="13660" y="1513"/>
                      <a:pt x="13666" y="1513"/>
                      <a:pt x="13673" y="1513"/>
                    </a:cubicBezTo>
                    <a:cubicBezTo>
                      <a:pt x="13772" y="1513"/>
                      <a:pt x="13892" y="1452"/>
                      <a:pt x="13959" y="1385"/>
                    </a:cubicBezTo>
                    <a:cubicBezTo>
                      <a:pt x="14034" y="1310"/>
                      <a:pt x="14091" y="1188"/>
                      <a:pt x="14086" y="1080"/>
                    </a:cubicBezTo>
                    <a:cubicBezTo>
                      <a:pt x="14081" y="967"/>
                      <a:pt x="14043" y="852"/>
                      <a:pt x="13959" y="772"/>
                    </a:cubicBezTo>
                    <a:cubicBezTo>
                      <a:pt x="13871" y="692"/>
                      <a:pt x="13772" y="658"/>
                      <a:pt x="13654" y="647"/>
                    </a:cubicBezTo>
                    <a:lnTo>
                      <a:pt x="12530" y="541"/>
                    </a:lnTo>
                    <a:cubicBezTo>
                      <a:pt x="12523" y="541"/>
                      <a:pt x="12515" y="540"/>
                      <a:pt x="12508" y="540"/>
                    </a:cubicBezTo>
                    <a:close/>
                    <a:moveTo>
                      <a:pt x="9217" y="0"/>
                    </a:moveTo>
                    <a:cubicBezTo>
                      <a:pt x="9110" y="0"/>
                      <a:pt x="8983" y="47"/>
                      <a:pt x="8910" y="127"/>
                    </a:cubicBezTo>
                    <a:cubicBezTo>
                      <a:pt x="8834" y="208"/>
                      <a:pt x="8778" y="317"/>
                      <a:pt x="8784" y="432"/>
                    </a:cubicBezTo>
                    <a:cubicBezTo>
                      <a:pt x="8789" y="546"/>
                      <a:pt x="8827" y="658"/>
                      <a:pt x="8910" y="738"/>
                    </a:cubicBezTo>
                    <a:cubicBezTo>
                      <a:pt x="9232" y="1045"/>
                      <a:pt x="9553" y="1351"/>
                      <a:pt x="9874" y="1659"/>
                    </a:cubicBezTo>
                    <a:cubicBezTo>
                      <a:pt x="9955" y="1735"/>
                      <a:pt x="10066" y="1784"/>
                      <a:pt x="10179" y="1784"/>
                    </a:cubicBezTo>
                    <a:cubicBezTo>
                      <a:pt x="10285" y="1784"/>
                      <a:pt x="10411" y="1738"/>
                      <a:pt x="10484" y="1659"/>
                    </a:cubicBezTo>
                    <a:cubicBezTo>
                      <a:pt x="10560" y="1575"/>
                      <a:pt x="10617" y="1466"/>
                      <a:pt x="10611" y="1351"/>
                    </a:cubicBezTo>
                    <a:cubicBezTo>
                      <a:pt x="10607" y="1239"/>
                      <a:pt x="10569" y="1126"/>
                      <a:pt x="10484" y="1047"/>
                    </a:cubicBezTo>
                    <a:cubicBezTo>
                      <a:pt x="10164" y="741"/>
                      <a:pt x="9842" y="433"/>
                      <a:pt x="9522" y="127"/>
                    </a:cubicBezTo>
                    <a:cubicBezTo>
                      <a:pt x="9440" y="48"/>
                      <a:pt x="9330" y="0"/>
                      <a:pt x="9217" y="0"/>
                    </a:cubicBezTo>
                    <a:close/>
                    <a:moveTo>
                      <a:pt x="5757" y="513"/>
                    </a:moveTo>
                    <a:cubicBezTo>
                      <a:pt x="5650" y="513"/>
                      <a:pt x="5543" y="553"/>
                      <a:pt x="5457" y="636"/>
                    </a:cubicBezTo>
                    <a:cubicBezTo>
                      <a:pt x="5072" y="1012"/>
                      <a:pt x="4686" y="1389"/>
                      <a:pt x="4301" y="1764"/>
                    </a:cubicBezTo>
                    <a:cubicBezTo>
                      <a:pt x="4140" y="1923"/>
                      <a:pt x="4130" y="2218"/>
                      <a:pt x="4301" y="2377"/>
                    </a:cubicBezTo>
                    <a:cubicBezTo>
                      <a:pt x="4390" y="2458"/>
                      <a:pt x="4501" y="2500"/>
                      <a:pt x="4613" y="2500"/>
                    </a:cubicBezTo>
                    <a:cubicBezTo>
                      <a:pt x="4721" y="2500"/>
                      <a:pt x="4828" y="2460"/>
                      <a:pt x="4914" y="2377"/>
                    </a:cubicBezTo>
                    <a:lnTo>
                      <a:pt x="6068" y="1248"/>
                    </a:lnTo>
                    <a:cubicBezTo>
                      <a:pt x="6231" y="1090"/>
                      <a:pt x="6240" y="793"/>
                      <a:pt x="6068" y="636"/>
                    </a:cubicBezTo>
                    <a:cubicBezTo>
                      <a:pt x="5980" y="555"/>
                      <a:pt x="5868" y="513"/>
                      <a:pt x="5757" y="513"/>
                    </a:cubicBezTo>
                    <a:close/>
                    <a:moveTo>
                      <a:pt x="15825" y="1416"/>
                    </a:moveTo>
                    <a:cubicBezTo>
                      <a:pt x="15787" y="1416"/>
                      <a:pt x="15748" y="1422"/>
                      <a:pt x="15710" y="1434"/>
                    </a:cubicBezTo>
                    <a:cubicBezTo>
                      <a:pt x="15493" y="1504"/>
                      <a:pt x="15339" y="1733"/>
                      <a:pt x="15410" y="1965"/>
                    </a:cubicBezTo>
                    <a:cubicBezTo>
                      <a:pt x="15557" y="2460"/>
                      <a:pt x="15706" y="2953"/>
                      <a:pt x="15855" y="3447"/>
                    </a:cubicBezTo>
                    <a:cubicBezTo>
                      <a:pt x="15909" y="3627"/>
                      <a:pt x="16084" y="3768"/>
                      <a:pt x="16271" y="3768"/>
                    </a:cubicBezTo>
                    <a:cubicBezTo>
                      <a:pt x="16309" y="3768"/>
                      <a:pt x="16348" y="3762"/>
                      <a:pt x="16387" y="3749"/>
                    </a:cubicBezTo>
                    <a:cubicBezTo>
                      <a:pt x="16606" y="3679"/>
                      <a:pt x="16759" y="3448"/>
                      <a:pt x="16689" y="3218"/>
                    </a:cubicBezTo>
                    <a:cubicBezTo>
                      <a:pt x="16541" y="2724"/>
                      <a:pt x="16392" y="2231"/>
                      <a:pt x="16243" y="1736"/>
                    </a:cubicBezTo>
                    <a:cubicBezTo>
                      <a:pt x="16189" y="1556"/>
                      <a:pt x="16013" y="1416"/>
                      <a:pt x="15825" y="1416"/>
                    </a:cubicBezTo>
                    <a:close/>
                    <a:moveTo>
                      <a:pt x="7482" y="2211"/>
                    </a:moveTo>
                    <a:cubicBezTo>
                      <a:pt x="7444" y="2211"/>
                      <a:pt x="7406" y="2217"/>
                      <a:pt x="7368" y="2230"/>
                    </a:cubicBezTo>
                    <a:cubicBezTo>
                      <a:pt x="7145" y="2303"/>
                      <a:pt x="7004" y="2528"/>
                      <a:pt x="7066" y="2761"/>
                    </a:cubicBezTo>
                    <a:lnTo>
                      <a:pt x="7441" y="4161"/>
                    </a:lnTo>
                    <a:cubicBezTo>
                      <a:pt x="7490" y="4341"/>
                      <a:pt x="7672" y="4479"/>
                      <a:pt x="7860" y="4479"/>
                    </a:cubicBezTo>
                    <a:cubicBezTo>
                      <a:pt x="7897" y="4479"/>
                      <a:pt x="7935" y="4474"/>
                      <a:pt x="7973" y="4462"/>
                    </a:cubicBezTo>
                    <a:cubicBezTo>
                      <a:pt x="8198" y="4390"/>
                      <a:pt x="8338" y="4164"/>
                      <a:pt x="8276" y="3930"/>
                    </a:cubicBezTo>
                    <a:cubicBezTo>
                      <a:pt x="8151" y="3464"/>
                      <a:pt x="8025" y="2997"/>
                      <a:pt x="7900" y="2532"/>
                    </a:cubicBezTo>
                    <a:cubicBezTo>
                      <a:pt x="7852" y="2350"/>
                      <a:pt x="7669" y="2211"/>
                      <a:pt x="7482" y="2211"/>
                    </a:cubicBezTo>
                    <a:close/>
                    <a:moveTo>
                      <a:pt x="4205" y="4198"/>
                    </a:moveTo>
                    <a:cubicBezTo>
                      <a:pt x="4168" y="4198"/>
                      <a:pt x="4131" y="4203"/>
                      <a:pt x="4097" y="4214"/>
                    </a:cubicBezTo>
                    <a:cubicBezTo>
                      <a:pt x="3992" y="4248"/>
                      <a:pt x="3892" y="4313"/>
                      <a:pt x="3839" y="4414"/>
                    </a:cubicBezTo>
                    <a:cubicBezTo>
                      <a:pt x="3788" y="4508"/>
                      <a:pt x="3753" y="4640"/>
                      <a:pt x="3795" y="4746"/>
                    </a:cubicBezTo>
                    <a:cubicBezTo>
                      <a:pt x="3943" y="5107"/>
                      <a:pt x="4089" y="5467"/>
                      <a:pt x="4237" y="5828"/>
                    </a:cubicBezTo>
                    <a:cubicBezTo>
                      <a:pt x="4280" y="5937"/>
                      <a:pt x="4329" y="6025"/>
                      <a:pt x="4435" y="6086"/>
                    </a:cubicBezTo>
                    <a:cubicBezTo>
                      <a:pt x="4498" y="6124"/>
                      <a:pt x="4581" y="6146"/>
                      <a:pt x="4660" y="6146"/>
                    </a:cubicBezTo>
                    <a:cubicBezTo>
                      <a:pt x="4698" y="6146"/>
                      <a:pt x="4734" y="6141"/>
                      <a:pt x="4768" y="6130"/>
                    </a:cubicBezTo>
                    <a:cubicBezTo>
                      <a:pt x="4873" y="6096"/>
                      <a:pt x="4973" y="6030"/>
                      <a:pt x="5027" y="5930"/>
                    </a:cubicBezTo>
                    <a:cubicBezTo>
                      <a:pt x="5077" y="5836"/>
                      <a:pt x="5112" y="5703"/>
                      <a:pt x="5070" y="5597"/>
                    </a:cubicBezTo>
                    <a:cubicBezTo>
                      <a:pt x="4924" y="5238"/>
                      <a:pt x="4776" y="4878"/>
                      <a:pt x="4629" y="4515"/>
                    </a:cubicBezTo>
                    <a:cubicBezTo>
                      <a:pt x="4585" y="4407"/>
                      <a:pt x="4536" y="4318"/>
                      <a:pt x="4431" y="4258"/>
                    </a:cubicBezTo>
                    <a:cubicBezTo>
                      <a:pt x="4368" y="4221"/>
                      <a:pt x="4285" y="4198"/>
                      <a:pt x="4205" y="4198"/>
                    </a:cubicBezTo>
                    <a:close/>
                    <a:moveTo>
                      <a:pt x="12140" y="4621"/>
                    </a:moveTo>
                    <a:cubicBezTo>
                      <a:pt x="12061" y="4621"/>
                      <a:pt x="11978" y="4640"/>
                      <a:pt x="11917" y="4679"/>
                    </a:cubicBezTo>
                    <a:cubicBezTo>
                      <a:pt x="11824" y="4739"/>
                      <a:pt x="11744" y="4827"/>
                      <a:pt x="11719" y="4938"/>
                    </a:cubicBezTo>
                    <a:cubicBezTo>
                      <a:pt x="11693" y="5048"/>
                      <a:pt x="11697" y="5173"/>
                      <a:pt x="11762" y="5270"/>
                    </a:cubicBezTo>
                    <a:cubicBezTo>
                      <a:pt x="11974" y="5593"/>
                      <a:pt x="12185" y="5914"/>
                      <a:pt x="12397" y="6234"/>
                    </a:cubicBezTo>
                    <a:cubicBezTo>
                      <a:pt x="12459" y="6328"/>
                      <a:pt x="12545" y="6404"/>
                      <a:pt x="12656" y="6434"/>
                    </a:cubicBezTo>
                    <a:cubicBezTo>
                      <a:pt x="12691" y="6444"/>
                      <a:pt x="12730" y="6449"/>
                      <a:pt x="12770" y="6449"/>
                    </a:cubicBezTo>
                    <a:cubicBezTo>
                      <a:pt x="12848" y="6449"/>
                      <a:pt x="12929" y="6429"/>
                      <a:pt x="12989" y="6390"/>
                    </a:cubicBezTo>
                    <a:cubicBezTo>
                      <a:pt x="13082" y="6331"/>
                      <a:pt x="13162" y="6244"/>
                      <a:pt x="13187" y="6133"/>
                    </a:cubicBezTo>
                    <a:cubicBezTo>
                      <a:pt x="13214" y="6023"/>
                      <a:pt x="13208" y="5895"/>
                      <a:pt x="13144" y="5798"/>
                    </a:cubicBezTo>
                    <a:cubicBezTo>
                      <a:pt x="12933" y="5478"/>
                      <a:pt x="12721" y="5156"/>
                      <a:pt x="12508" y="4834"/>
                    </a:cubicBezTo>
                    <a:cubicBezTo>
                      <a:pt x="12447" y="4740"/>
                      <a:pt x="12361" y="4665"/>
                      <a:pt x="12250" y="4635"/>
                    </a:cubicBezTo>
                    <a:cubicBezTo>
                      <a:pt x="12216" y="4626"/>
                      <a:pt x="12178" y="4621"/>
                      <a:pt x="12140" y="4621"/>
                    </a:cubicBezTo>
                    <a:close/>
                    <a:moveTo>
                      <a:pt x="9473" y="6230"/>
                    </a:moveTo>
                    <a:cubicBezTo>
                      <a:pt x="9396" y="6230"/>
                      <a:pt x="9323" y="6250"/>
                      <a:pt x="9246" y="6286"/>
                    </a:cubicBezTo>
                    <a:cubicBezTo>
                      <a:pt x="8792" y="6498"/>
                      <a:pt x="8338" y="6713"/>
                      <a:pt x="7884" y="6927"/>
                    </a:cubicBezTo>
                    <a:cubicBezTo>
                      <a:pt x="7791" y="6971"/>
                      <a:pt x="7711" y="7090"/>
                      <a:pt x="7686" y="7186"/>
                    </a:cubicBezTo>
                    <a:cubicBezTo>
                      <a:pt x="7656" y="7288"/>
                      <a:pt x="7669" y="7426"/>
                      <a:pt x="7730" y="7519"/>
                    </a:cubicBezTo>
                    <a:cubicBezTo>
                      <a:pt x="7789" y="7610"/>
                      <a:pt x="7877" y="7692"/>
                      <a:pt x="7988" y="7717"/>
                    </a:cubicBezTo>
                    <a:cubicBezTo>
                      <a:pt x="8025" y="7725"/>
                      <a:pt x="8061" y="7729"/>
                      <a:pt x="8096" y="7729"/>
                    </a:cubicBezTo>
                    <a:cubicBezTo>
                      <a:pt x="8172" y="7729"/>
                      <a:pt x="8245" y="7710"/>
                      <a:pt x="8321" y="7673"/>
                    </a:cubicBezTo>
                    <a:cubicBezTo>
                      <a:pt x="8775" y="7460"/>
                      <a:pt x="9228" y="7246"/>
                      <a:pt x="9683" y="7032"/>
                    </a:cubicBezTo>
                    <a:cubicBezTo>
                      <a:pt x="9776" y="6987"/>
                      <a:pt x="9855" y="6869"/>
                      <a:pt x="9881" y="6774"/>
                    </a:cubicBezTo>
                    <a:cubicBezTo>
                      <a:pt x="9911" y="6671"/>
                      <a:pt x="9897" y="6532"/>
                      <a:pt x="9838" y="6441"/>
                    </a:cubicBezTo>
                    <a:cubicBezTo>
                      <a:pt x="9779" y="6348"/>
                      <a:pt x="9690" y="6268"/>
                      <a:pt x="9579" y="6242"/>
                    </a:cubicBezTo>
                    <a:cubicBezTo>
                      <a:pt x="9543" y="6234"/>
                      <a:pt x="9508" y="6230"/>
                      <a:pt x="9473" y="6230"/>
                    </a:cubicBezTo>
                    <a:close/>
                    <a:moveTo>
                      <a:pt x="15375" y="6109"/>
                    </a:moveTo>
                    <a:cubicBezTo>
                      <a:pt x="15183" y="6109"/>
                      <a:pt x="15001" y="6225"/>
                      <a:pt x="14949" y="6422"/>
                    </a:cubicBezTo>
                    <a:cubicBezTo>
                      <a:pt x="14811" y="6930"/>
                      <a:pt x="14676" y="7437"/>
                      <a:pt x="14540" y="7943"/>
                    </a:cubicBezTo>
                    <a:cubicBezTo>
                      <a:pt x="14481" y="8161"/>
                      <a:pt x="14613" y="8423"/>
                      <a:pt x="14842" y="8475"/>
                    </a:cubicBezTo>
                    <a:cubicBezTo>
                      <a:pt x="14878" y="8483"/>
                      <a:pt x="14914" y="8487"/>
                      <a:pt x="14950" y="8487"/>
                    </a:cubicBezTo>
                    <a:cubicBezTo>
                      <a:pt x="15141" y="8487"/>
                      <a:pt x="15320" y="8370"/>
                      <a:pt x="15373" y="8174"/>
                    </a:cubicBezTo>
                    <a:cubicBezTo>
                      <a:pt x="15509" y="7666"/>
                      <a:pt x="15646" y="7160"/>
                      <a:pt x="15782" y="6653"/>
                    </a:cubicBezTo>
                    <a:cubicBezTo>
                      <a:pt x="15841" y="6435"/>
                      <a:pt x="15709" y="6174"/>
                      <a:pt x="15480" y="6120"/>
                    </a:cubicBezTo>
                    <a:cubicBezTo>
                      <a:pt x="15445" y="6112"/>
                      <a:pt x="15410" y="6109"/>
                      <a:pt x="15375" y="6109"/>
                    </a:cubicBezTo>
                    <a:close/>
                    <a:moveTo>
                      <a:pt x="2845" y="7172"/>
                    </a:moveTo>
                    <a:cubicBezTo>
                      <a:pt x="2809" y="7172"/>
                      <a:pt x="2772" y="7177"/>
                      <a:pt x="2737" y="7188"/>
                    </a:cubicBezTo>
                    <a:cubicBezTo>
                      <a:pt x="2624" y="7225"/>
                      <a:pt x="2546" y="7291"/>
                      <a:pt x="2478" y="7387"/>
                    </a:cubicBezTo>
                    <a:cubicBezTo>
                      <a:pt x="2207" y="7773"/>
                      <a:pt x="1937" y="8157"/>
                      <a:pt x="1666" y="8542"/>
                    </a:cubicBezTo>
                    <a:cubicBezTo>
                      <a:pt x="1604" y="8629"/>
                      <a:pt x="1594" y="8775"/>
                      <a:pt x="1622" y="8874"/>
                    </a:cubicBezTo>
                    <a:cubicBezTo>
                      <a:pt x="1649" y="8974"/>
                      <a:pt x="1728" y="9083"/>
                      <a:pt x="1820" y="9132"/>
                    </a:cubicBezTo>
                    <a:cubicBezTo>
                      <a:pt x="1890" y="9168"/>
                      <a:pt x="1969" y="9193"/>
                      <a:pt x="2047" y="9193"/>
                    </a:cubicBezTo>
                    <a:cubicBezTo>
                      <a:pt x="2083" y="9193"/>
                      <a:pt x="2119" y="9187"/>
                      <a:pt x="2154" y="9176"/>
                    </a:cubicBezTo>
                    <a:cubicBezTo>
                      <a:pt x="2266" y="9139"/>
                      <a:pt x="2343" y="9075"/>
                      <a:pt x="2412" y="8978"/>
                    </a:cubicBezTo>
                    <a:cubicBezTo>
                      <a:pt x="2683" y="8593"/>
                      <a:pt x="2955" y="8208"/>
                      <a:pt x="3225" y="7822"/>
                    </a:cubicBezTo>
                    <a:cubicBezTo>
                      <a:pt x="3286" y="7737"/>
                      <a:pt x="3296" y="7589"/>
                      <a:pt x="3268" y="7491"/>
                    </a:cubicBezTo>
                    <a:cubicBezTo>
                      <a:pt x="3241" y="7389"/>
                      <a:pt x="3164" y="7281"/>
                      <a:pt x="3070" y="7232"/>
                    </a:cubicBezTo>
                    <a:cubicBezTo>
                      <a:pt x="3001" y="7196"/>
                      <a:pt x="2923" y="7172"/>
                      <a:pt x="2845" y="7172"/>
                    </a:cubicBezTo>
                    <a:close/>
                    <a:moveTo>
                      <a:pt x="17387" y="7866"/>
                    </a:moveTo>
                    <a:cubicBezTo>
                      <a:pt x="17310" y="7866"/>
                      <a:pt x="17229" y="7884"/>
                      <a:pt x="17168" y="7924"/>
                    </a:cubicBezTo>
                    <a:cubicBezTo>
                      <a:pt x="17074" y="7984"/>
                      <a:pt x="16994" y="8071"/>
                      <a:pt x="16968" y="8182"/>
                    </a:cubicBezTo>
                    <a:lnTo>
                      <a:pt x="16953" y="8297"/>
                    </a:lnTo>
                    <a:cubicBezTo>
                      <a:pt x="16953" y="8375"/>
                      <a:pt x="16973" y="8448"/>
                      <a:pt x="17012" y="8515"/>
                    </a:cubicBezTo>
                    <a:lnTo>
                      <a:pt x="17488" y="9599"/>
                    </a:lnTo>
                    <a:cubicBezTo>
                      <a:pt x="17529" y="9692"/>
                      <a:pt x="17654" y="9772"/>
                      <a:pt x="17746" y="9797"/>
                    </a:cubicBezTo>
                    <a:cubicBezTo>
                      <a:pt x="17781" y="9807"/>
                      <a:pt x="17820" y="9812"/>
                      <a:pt x="17860" y="9812"/>
                    </a:cubicBezTo>
                    <a:cubicBezTo>
                      <a:pt x="17938" y="9812"/>
                      <a:pt x="18019" y="9793"/>
                      <a:pt x="18080" y="9754"/>
                    </a:cubicBezTo>
                    <a:cubicBezTo>
                      <a:pt x="18172" y="9696"/>
                      <a:pt x="18253" y="9606"/>
                      <a:pt x="18278" y="9495"/>
                    </a:cubicBezTo>
                    <a:lnTo>
                      <a:pt x="18294" y="9381"/>
                    </a:lnTo>
                    <a:cubicBezTo>
                      <a:pt x="18294" y="9304"/>
                      <a:pt x="18274" y="9231"/>
                      <a:pt x="18235" y="9162"/>
                    </a:cubicBezTo>
                    <a:lnTo>
                      <a:pt x="17758" y="8080"/>
                    </a:lnTo>
                    <a:cubicBezTo>
                      <a:pt x="17719" y="7987"/>
                      <a:pt x="17594" y="7907"/>
                      <a:pt x="17500" y="7880"/>
                    </a:cubicBezTo>
                    <a:cubicBezTo>
                      <a:pt x="17465" y="7871"/>
                      <a:pt x="17427" y="7866"/>
                      <a:pt x="17387" y="7866"/>
                    </a:cubicBezTo>
                    <a:close/>
                    <a:moveTo>
                      <a:pt x="5756" y="8660"/>
                    </a:moveTo>
                    <a:cubicBezTo>
                      <a:pt x="5649" y="8660"/>
                      <a:pt x="5523" y="8708"/>
                      <a:pt x="5450" y="8788"/>
                    </a:cubicBezTo>
                    <a:cubicBezTo>
                      <a:pt x="5288" y="8964"/>
                      <a:pt x="5284" y="9224"/>
                      <a:pt x="5450" y="9399"/>
                    </a:cubicBezTo>
                    <a:lnTo>
                      <a:pt x="6327" y="10324"/>
                    </a:lnTo>
                    <a:cubicBezTo>
                      <a:pt x="6400" y="10404"/>
                      <a:pt x="6524" y="10452"/>
                      <a:pt x="6632" y="10452"/>
                    </a:cubicBezTo>
                    <a:cubicBezTo>
                      <a:pt x="6739" y="10452"/>
                      <a:pt x="6864" y="10404"/>
                      <a:pt x="6937" y="10324"/>
                    </a:cubicBezTo>
                    <a:cubicBezTo>
                      <a:pt x="7100" y="10149"/>
                      <a:pt x="7104" y="9890"/>
                      <a:pt x="6937" y="9714"/>
                    </a:cubicBezTo>
                    <a:cubicBezTo>
                      <a:pt x="6644" y="9405"/>
                      <a:pt x="6353" y="9096"/>
                      <a:pt x="6061" y="8788"/>
                    </a:cubicBezTo>
                    <a:cubicBezTo>
                      <a:pt x="5987" y="8708"/>
                      <a:pt x="5864" y="8660"/>
                      <a:pt x="5756" y="8660"/>
                    </a:cubicBezTo>
                    <a:close/>
                    <a:moveTo>
                      <a:pt x="9527" y="9337"/>
                    </a:moveTo>
                    <a:cubicBezTo>
                      <a:pt x="9523" y="9337"/>
                      <a:pt x="9520" y="9337"/>
                      <a:pt x="9516" y="9338"/>
                    </a:cubicBezTo>
                    <a:cubicBezTo>
                      <a:pt x="9404" y="9342"/>
                      <a:pt x="9288" y="9380"/>
                      <a:pt x="9210" y="9464"/>
                    </a:cubicBezTo>
                    <a:cubicBezTo>
                      <a:pt x="9135" y="9547"/>
                      <a:pt x="9076" y="9657"/>
                      <a:pt x="9083" y="9771"/>
                    </a:cubicBezTo>
                    <a:cubicBezTo>
                      <a:pt x="9107" y="10144"/>
                      <a:pt x="9132" y="10518"/>
                      <a:pt x="9158" y="10894"/>
                    </a:cubicBezTo>
                    <a:cubicBezTo>
                      <a:pt x="9165" y="11009"/>
                      <a:pt x="9200" y="11116"/>
                      <a:pt x="9284" y="11199"/>
                    </a:cubicBezTo>
                    <a:cubicBezTo>
                      <a:pt x="9356" y="11270"/>
                      <a:pt x="9474" y="11325"/>
                      <a:pt x="9578" y="11325"/>
                    </a:cubicBezTo>
                    <a:cubicBezTo>
                      <a:pt x="9582" y="11325"/>
                      <a:pt x="9585" y="11325"/>
                      <a:pt x="9589" y="11325"/>
                    </a:cubicBezTo>
                    <a:cubicBezTo>
                      <a:pt x="9702" y="11321"/>
                      <a:pt x="9818" y="11283"/>
                      <a:pt x="9896" y="11199"/>
                    </a:cubicBezTo>
                    <a:cubicBezTo>
                      <a:pt x="9970" y="11117"/>
                      <a:pt x="10029" y="11006"/>
                      <a:pt x="10023" y="10894"/>
                    </a:cubicBezTo>
                    <a:cubicBezTo>
                      <a:pt x="9997" y="10518"/>
                      <a:pt x="9973" y="10144"/>
                      <a:pt x="9948" y="9771"/>
                    </a:cubicBezTo>
                    <a:cubicBezTo>
                      <a:pt x="9940" y="9655"/>
                      <a:pt x="9904" y="9547"/>
                      <a:pt x="9821" y="9464"/>
                    </a:cubicBezTo>
                    <a:cubicBezTo>
                      <a:pt x="9749" y="9394"/>
                      <a:pt x="9631" y="9337"/>
                      <a:pt x="9527" y="9337"/>
                    </a:cubicBezTo>
                    <a:close/>
                    <a:moveTo>
                      <a:pt x="12693" y="9557"/>
                    </a:moveTo>
                    <a:cubicBezTo>
                      <a:pt x="12498" y="9557"/>
                      <a:pt x="12345" y="9681"/>
                      <a:pt x="12272" y="9873"/>
                    </a:cubicBezTo>
                    <a:cubicBezTo>
                      <a:pt x="12084" y="10365"/>
                      <a:pt x="11897" y="10860"/>
                      <a:pt x="11709" y="11353"/>
                    </a:cubicBezTo>
                    <a:cubicBezTo>
                      <a:pt x="11672" y="11453"/>
                      <a:pt x="11702" y="11599"/>
                      <a:pt x="11752" y="11686"/>
                    </a:cubicBezTo>
                    <a:cubicBezTo>
                      <a:pt x="11806" y="11776"/>
                      <a:pt x="11908" y="11862"/>
                      <a:pt x="12011" y="11886"/>
                    </a:cubicBezTo>
                    <a:cubicBezTo>
                      <a:pt x="12049" y="11894"/>
                      <a:pt x="12086" y="11898"/>
                      <a:pt x="12121" y="11898"/>
                    </a:cubicBezTo>
                    <a:cubicBezTo>
                      <a:pt x="12317" y="11898"/>
                      <a:pt x="12470" y="11775"/>
                      <a:pt x="12544" y="11584"/>
                    </a:cubicBezTo>
                    <a:cubicBezTo>
                      <a:pt x="12731" y="11090"/>
                      <a:pt x="12919" y="10596"/>
                      <a:pt x="13106" y="10102"/>
                    </a:cubicBezTo>
                    <a:cubicBezTo>
                      <a:pt x="13144" y="10002"/>
                      <a:pt x="13114" y="9855"/>
                      <a:pt x="13062" y="9768"/>
                    </a:cubicBezTo>
                    <a:cubicBezTo>
                      <a:pt x="13010" y="9679"/>
                      <a:pt x="12906" y="9593"/>
                      <a:pt x="12804" y="9570"/>
                    </a:cubicBezTo>
                    <a:cubicBezTo>
                      <a:pt x="12765" y="9561"/>
                      <a:pt x="12728" y="9557"/>
                      <a:pt x="12693" y="9557"/>
                    </a:cubicBezTo>
                    <a:close/>
                    <a:moveTo>
                      <a:pt x="4114" y="10566"/>
                    </a:moveTo>
                    <a:cubicBezTo>
                      <a:pt x="4040" y="10566"/>
                      <a:pt x="3964" y="10584"/>
                      <a:pt x="3889" y="10619"/>
                    </a:cubicBezTo>
                    <a:cubicBezTo>
                      <a:pt x="3427" y="10840"/>
                      <a:pt x="2963" y="11064"/>
                      <a:pt x="2499" y="11286"/>
                    </a:cubicBezTo>
                    <a:cubicBezTo>
                      <a:pt x="2405" y="11329"/>
                      <a:pt x="2326" y="11447"/>
                      <a:pt x="2300" y="11543"/>
                    </a:cubicBezTo>
                    <a:cubicBezTo>
                      <a:pt x="2272" y="11647"/>
                      <a:pt x="2284" y="11785"/>
                      <a:pt x="2343" y="11877"/>
                    </a:cubicBezTo>
                    <a:cubicBezTo>
                      <a:pt x="2434" y="12016"/>
                      <a:pt x="2569" y="12085"/>
                      <a:pt x="2713" y="12085"/>
                    </a:cubicBezTo>
                    <a:cubicBezTo>
                      <a:pt x="2786" y="12085"/>
                      <a:pt x="2862" y="12068"/>
                      <a:pt x="2935" y="12032"/>
                    </a:cubicBezTo>
                    <a:cubicBezTo>
                      <a:pt x="3399" y="11809"/>
                      <a:pt x="3863" y="11588"/>
                      <a:pt x="4327" y="11366"/>
                    </a:cubicBezTo>
                    <a:cubicBezTo>
                      <a:pt x="4418" y="11321"/>
                      <a:pt x="4498" y="11204"/>
                      <a:pt x="4525" y="11107"/>
                    </a:cubicBezTo>
                    <a:cubicBezTo>
                      <a:pt x="4554" y="11005"/>
                      <a:pt x="4540" y="10865"/>
                      <a:pt x="4481" y="10774"/>
                    </a:cubicBezTo>
                    <a:cubicBezTo>
                      <a:pt x="4392" y="10635"/>
                      <a:pt x="4258" y="10566"/>
                      <a:pt x="4114" y="10566"/>
                    </a:cubicBezTo>
                    <a:close/>
                    <a:moveTo>
                      <a:pt x="16096" y="10765"/>
                    </a:moveTo>
                    <a:cubicBezTo>
                      <a:pt x="15948" y="10765"/>
                      <a:pt x="15801" y="10833"/>
                      <a:pt x="15727" y="10975"/>
                    </a:cubicBezTo>
                    <a:cubicBezTo>
                      <a:pt x="15498" y="11414"/>
                      <a:pt x="15269" y="11852"/>
                      <a:pt x="15041" y="12294"/>
                    </a:cubicBezTo>
                    <a:cubicBezTo>
                      <a:pt x="14936" y="12495"/>
                      <a:pt x="14982" y="12773"/>
                      <a:pt x="15196" y="12885"/>
                    </a:cubicBezTo>
                    <a:cubicBezTo>
                      <a:pt x="15264" y="12921"/>
                      <a:pt x="15341" y="12939"/>
                      <a:pt x="15418" y="12939"/>
                    </a:cubicBezTo>
                    <a:cubicBezTo>
                      <a:pt x="15566" y="12939"/>
                      <a:pt x="15713" y="12871"/>
                      <a:pt x="15786" y="12729"/>
                    </a:cubicBezTo>
                    <a:lnTo>
                      <a:pt x="16474" y="11411"/>
                    </a:lnTo>
                    <a:cubicBezTo>
                      <a:pt x="16579" y="11210"/>
                      <a:pt x="16533" y="10932"/>
                      <a:pt x="16319" y="10819"/>
                    </a:cubicBezTo>
                    <a:cubicBezTo>
                      <a:pt x="16251" y="10783"/>
                      <a:pt x="16174" y="10765"/>
                      <a:pt x="16096" y="10765"/>
                    </a:cubicBezTo>
                    <a:close/>
                    <a:moveTo>
                      <a:pt x="17468" y="13184"/>
                    </a:moveTo>
                    <a:cubicBezTo>
                      <a:pt x="17388" y="13184"/>
                      <a:pt x="17301" y="13209"/>
                      <a:pt x="17240" y="13244"/>
                    </a:cubicBezTo>
                    <a:cubicBezTo>
                      <a:pt x="17150" y="13297"/>
                      <a:pt x="17065" y="13401"/>
                      <a:pt x="17042" y="13504"/>
                    </a:cubicBezTo>
                    <a:cubicBezTo>
                      <a:pt x="17016" y="13615"/>
                      <a:pt x="17022" y="13737"/>
                      <a:pt x="17085" y="13837"/>
                    </a:cubicBezTo>
                    <a:cubicBezTo>
                      <a:pt x="17148" y="13935"/>
                      <a:pt x="17233" y="13994"/>
                      <a:pt x="17344" y="14036"/>
                    </a:cubicBezTo>
                    <a:cubicBezTo>
                      <a:pt x="17677" y="14159"/>
                      <a:pt x="18009" y="14282"/>
                      <a:pt x="18342" y="14406"/>
                    </a:cubicBezTo>
                    <a:cubicBezTo>
                      <a:pt x="18373" y="14418"/>
                      <a:pt x="18409" y="14423"/>
                      <a:pt x="18446" y="14423"/>
                    </a:cubicBezTo>
                    <a:cubicBezTo>
                      <a:pt x="18527" y="14423"/>
                      <a:pt x="18614" y="14398"/>
                      <a:pt x="18675" y="14363"/>
                    </a:cubicBezTo>
                    <a:cubicBezTo>
                      <a:pt x="18765" y="14309"/>
                      <a:pt x="18849" y="14207"/>
                      <a:pt x="18873" y="14104"/>
                    </a:cubicBezTo>
                    <a:cubicBezTo>
                      <a:pt x="18900" y="13993"/>
                      <a:pt x="18894" y="13869"/>
                      <a:pt x="18829" y="13771"/>
                    </a:cubicBezTo>
                    <a:cubicBezTo>
                      <a:pt x="18766" y="13671"/>
                      <a:pt x="18683" y="13613"/>
                      <a:pt x="18571" y="13571"/>
                    </a:cubicBezTo>
                    <a:cubicBezTo>
                      <a:pt x="18239" y="13448"/>
                      <a:pt x="17906" y="13325"/>
                      <a:pt x="17573" y="13202"/>
                    </a:cubicBezTo>
                    <a:cubicBezTo>
                      <a:pt x="17541" y="13190"/>
                      <a:pt x="17506" y="13184"/>
                      <a:pt x="17468" y="13184"/>
                    </a:cubicBezTo>
                    <a:close/>
                    <a:moveTo>
                      <a:pt x="11435" y="13462"/>
                    </a:moveTo>
                    <a:cubicBezTo>
                      <a:pt x="11329" y="13462"/>
                      <a:pt x="11203" y="13508"/>
                      <a:pt x="11128" y="13589"/>
                    </a:cubicBezTo>
                    <a:cubicBezTo>
                      <a:pt x="11054" y="13671"/>
                      <a:pt x="10997" y="13778"/>
                      <a:pt x="11003" y="13893"/>
                    </a:cubicBezTo>
                    <a:cubicBezTo>
                      <a:pt x="11007" y="14006"/>
                      <a:pt x="11045" y="14121"/>
                      <a:pt x="11128" y="14201"/>
                    </a:cubicBezTo>
                    <a:lnTo>
                      <a:pt x="11849" y="14883"/>
                    </a:lnTo>
                    <a:cubicBezTo>
                      <a:pt x="11932" y="14959"/>
                      <a:pt x="12042" y="15008"/>
                      <a:pt x="12156" y="15008"/>
                    </a:cubicBezTo>
                    <a:cubicBezTo>
                      <a:pt x="12263" y="15008"/>
                      <a:pt x="12388" y="14961"/>
                      <a:pt x="12462" y="14883"/>
                    </a:cubicBezTo>
                    <a:cubicBezTo>
                      <a:pt x="12537" y="14798"/>
                      <a:pt x="12593" y="14691"/>
                      <a:pt x="12589" y="14576"/>
                    </a:cubicBezTo>
                    <a:cubicBezTo>
                      <a:pt x="12583" y="14462"/>
                      <a:pt x="12545" y="14350"/>
                      <a:pt x="12462" y="14270"/>
                    </a:cubicBezTo>
                    <a:cubicBezTo>
                      <a:pt x="12222" y="14043"/>
                      <a:pt x="11981" y="13816"/>
                      <a:pt x="11741" y="13589"/>
                    </a:cubicBezTo>
                    <a:cubicBezTo>
                      <a:pt x="11658" y="13511"/>
                      <a:pt x="11548" y="13462"/>
                      <a:pt x="11435" y="13462"/>
                    </a:cubicBezTo>
                    <a:close/>
                    <a:moveTo>
                      <a:pt x="492" y="12959"/>
                    </a:moveTo>
                    <a:cubicBezTo>
                      <a:pt x="421" y="12959"/>
                      <a:pt x="350" y="12977"/>
                      <a:pt x="286" y="13019"/>
                    </a:cubicBezTo>
                    <a:cubicBezTo>
                      <a:pt x="94" y="13141"/>
                      <a:pt x="0" y="13405"/>
                      <a:pt x="131" y="13611"/>
                    </a:cubicBezTo>
                    <a:cubicBezTo>
                      <a:pt x="432" y="14081"/>
                      <a:pt x="732" y="14554"/>
                      <a:pt x="1033" y="15025"/>
                    </a:cubicBezTo>
                    <a:cubicBezTo>
                      <a:pt x="1117" y="15155"/>
                      <a:pt x="1268" y="15240"/>
                      <a:pt x="1420" y="15240"/>
                    </a:cubicBezTo>
                    <a:cubicBezTo>
                      <a:pt x="1490" y="15240"/>
                      <a:pt x="1561" y="15222"/>
                      <a:pt x="1625" y="15181"/>
                    </a:cubicBezTo>
                    <a:cubicBezTo>
                      <a:pt x="1816" y="15057"/>
                      <a:pt x="1910" y="14793"/>
                      <a:pt x="1781" y="14587"/>
                    </a:cubicBezTo>
                    <a:cubicBezTo>
                      <a:pt x="1479" y="14117"/>
                      <a:pt x="1178" y="13646"/>
                      <a:pt x="877" y="13175"/>
                    </a:cubicBezTo>
                    <a:cubicBezTo>
                      <a:pt x="794" y="13044"/>
                      <a:pt x="643" y="12959"/>
                      <a:pt x="492" y="12959"/>
                    </a:cubicBezTo>
                    <a:close/>
                    <a:moveTo>
                      <a:pt x="8652" y="13226"/>
                    </a:moveTo>
                    <a:cubicBezTo>
                      <a:pt x="8504" y="13226"/>
                      <a:pt x="8363" y="13299"/>
                      <a:pt x="8278" y="13436"/>
                    </a:cubicBezTo>
                    <a:cubicBezTo>
                      <a:pt x="8037" y="13823"/>
                      <a:pt x="7797" y="14211"/>
                      <a:pt x="7557" y="14597"/>
                    </a:cubicBezTo>
                    <a:cubicBezTo>
                      <a:pt x="7437" y="14790"/>
                      <a:pt x="7509" y="15082"/>
                      <a:pt x="7711" y="15189"/>
                    </a:cubicBezTo>
                    <a:cubicBezTo>
                      <a:pt x="7782" y="15226"/>
                      <a:pt x="7857" y="15244"/>
                      <a:pt x="7930" y="15244"/>
                    </a:cubicBezTo>
                    <a:cubicBezTo>
                      <a:pt x="8077" y="15244"/>
                      <a:pt x="8218" y="15171"/>
                      <a:pt x="8303" y="15034"/>
                    </a:cubicBezTo>
                    <a:cubicBezTo>
                      <a:pt x="8543" y="14646"/>
                      <a:pt x="8784" y="14260"/>
                      <a:pt x="9025" y="13872"/>
                    </a:cubicBezTo>
                    <a:cubicBezTo>
                      <a:pt x="9145" y="13679"/>
                      <a:pt x="9072" y="13388"/>
                      <a:pt x="8869" y="13280"/>
                    </a:cubicBezTo>
                    <a:cubicBezTo>
                      <a:pt x="8799" y="13244"/>
                      <a:pt x="8725" y="13226"/>
                      <a:pt x="8652" y="13226"/>
                    </a:cubicBezTo>
                    <a:close/>
                    <a:moveTo>
                      <a:pt x="5171" y="14238"/>
                    </a:moveTo>
                    <a:cubicBezTo>
                      <a:pt x="5101" y="14238"/>
                      <a:pt x="5031" y="14257"/>
                      <a:pt x="4968" y="14299"/>
                    </a:cubicBezTo>
                    <a:cubicBezTo>
                      <a:pt x="4578" y="14564"/>
                      <a:pt x="4190" y="14828"/>
                      <a:pt x="3799" y="15092"/>
                    </a:cubicBezTo>
                    <a:cubicBezTo>
                      <a:pt x="3705" y="15155"/>
                      <a:pt x="3632" y="15240"/>
                      <a:pt x="3601" y="15351"/>
                    </a:cubicBezTo>
                    <a:cubicBezTo>
                      <a:pt x="3573" y="15455"/>
                      <a:pt x="3586" y="15592"/>
                      <a:pt x="3645" y="15684"/>
                    </a:cubicBezTo>
                    <a:cubicBezTo>
                      <a:pt x="3727" y="15811"/>
                      <a:pt x="3881" y="15901"/>
                      <a:pt x="4034" y="15901"/>
                    </a:cubicBezTo>
                    <a:cubicBezTo>
                      <a:pt x="4104" y="15901"/>
                      <a:pt x="4174" y="15882"/>
                      <a:pt x="4237" y="15840"/>
                    </a:cubicBezTo>
                    <a:cubicBezTo>
                      <a:pt x="4626" y="15576"/>
                      <a:pt x="5015" y="15311"/>
                      <a:pt x="5405" y="15046"/>
                    </a:cubicBezTo>
                    <a:cubicBezTo>
                      <a:pt x="5497" y="14982"/>
                      <a:pt x="5572" y="14899"/>
                      <a:pt x="5603" y="14787"/>
                    </a:cubicBezTo>
                    <a:cubicBezTo>
                      <a:pt x="5631" y="14684"/>
                      <a:pt x="5618" y="14547"/>
                      <a:pt x="5559" y="14454"/>
                    </a:cubicBezTo>
                    <a:cubicBezTo>
                      <a:pt x="5477" y="14327"/>
                      <a:pt x="5324" y="14238"/>
                      <a:pt x="5171" y="14238"/>
                    </a:cubicBezTo>
                    <a:close/>
                    <a:moveTo>
                      <a:pt x="15481" y="14559"/>
                    </a:moveTo>
                    <a:cubicBezTo>
                      <a:pt x="15445" y="14559"/>
                      <a:pt x="15408" y="14565"/>
                      <a:pt x="15373" y="14576"/>
                    </a:cubicBezTo>
                    <a:cubicBezTo>
                      <a:pt x="15270" y="14610"/>
                      <a:pt x="15165" y="14673"/>
                      <a:pt x="15114" y="14773"/>
                    </a:cubicBezTo>
                    <a:cubicBezTo>
                      <a:pt x="14954" y="15095"/>
                      <a:pt x="14794" y="15415"/>
                      <a:pt x="14635" y="15736"/>
                    </a:cubicBezTo>
                    <a:cubicBezTo>
                      <a:pt x="14582" y="15841"/>
                      <a:pt x="14559" y="15954"/>
                      <a:pt x="14590" y="16069"/>
                    </a:cubicBezTo>
                    <a:cubicBezTo>
                      <a:pt x="14618" y="16170"/>
                      <a:pt x="14697" y="16277"/>
                      <a:pt x="14790" y="16328"/>
                    </a:cubicBezTo>
                    <a:cubicBezTo>
                      <a:pt x="14859" y="16364"/>
                      <a:pt x="14937" y="16388"/>
                      <a:pt x="15015" y="16388"/>
                    </a:cubicBezTo>
                    <a:cubicBezTo>
                      <a:pt x="15051" y="16388"/>
                      <a:pt x="15088" y="16383"/>
                      <a:pt x="15123" y="16371"/>
                    </a:cubicBezTo>
                    <a:cubicBezTo>
                      <a:pt x="15227" y="16337"/>
                      <a:pt x="15331" y="16273"/>
                      <a:pt x="15382" y="16173"/>
                    </a:cubicBezTo>
                    <a:cubicBezTo>
                      <a:pt x="15542" y="15852"/>
                      <a:pt x="15701" y="15531"/>
                      <a:pt x="15861" y="15210"/>
                    </a:cubicBezTo>
                    <a:cubicBezTo>
                      <a:pt x="15913" y="15106"/>
                      <a:pt x="15937" y="14992"/>
                      <a:pt x="15906" y="14878"/>
                    </a:cubicBezTo>
                    <a:cubicBezTo>
                      <a:pt x="15878" y="14777"/>
                      <a:pt x="15800" y="14669"/>
                      <a:pt x="15706" y="14620"/>
                    </a:cubicBezTo>
                    <a:cubicBezTo>
                      <a:pt x="15638" y="14583"/>
                      <a:pt x="15560" y="14559"/>
                      <a:pt x="15481" y="145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0" name="Google Shape;1100;p156"/>
            <p:cNvSpPr/>
            <p:nvPr/>
          </p:nvSpPr>
          <p:spPr>
            <a:xfrm>
              <a:off x="7307747" y="3788078"/>
              <a:ext cx="1767318" cy="1881970"/>
            </a:xfrm>
            <a:custGeom>
              <a:rect b="b" l="l" r="r" t="t"/>
              <a:pathLst>
                <a:path extrusionOk="0" h="48965" w="45982">
                  <a:moveTo>
                    <a:pt x="2589" y="0"/>
                  </a:moveTo>
                  <a:cubicBezTo>
                    <a:pt x="1340" y="0"/>
                    <a:pt x="319" y="1023"/>
                    <a:pt x="319" y="2272"/>
                  </a:cubicBezTo>
                  <a:lnTo>
                    <a:pt x="319" y="2567"/>
                  </a:lnTo>
                  <a:cubicBezTo>
                    <a:pt x="319" y="3815"/>
                    <a:pt x="1340" y="4840"/>
                    <a:pt x="2589" y="4840"/>
                  </a:cubicBezTo>
                  <a:cubicBezTo>
                    <a:pt x="1340" y="4840"/>
                    <a:pt x="319" y="5861"/>
                    <a:pt x="319" y="7110"/>
                  </a:cubicBezTo>
                  <a:lnTo>
                    <a:pt x="319" y="7405"/>
                  </a:lnTo>
                  <a:cubicBezTo>
                    <a:pt x="319" y="8656"/>
                    <a:pt x="1340" y="9678"/>
                    <a:pt x="2589" y="9678"/>
                  </a:cubicBezTo>
                  <a:lnTo>
                    <a:pt x="2269" y="9678"/>
                  </a:lnTo>
                  <a:cubicBezTo>
                    <a:pt x="1019" y="9678"/>
                    <a:pt x="0" y="10699"/>
                    <a:pt x="0" y="11950"/>
                  </a:cubicBezTo>
                  <a:lnTo>
                    <a:pt x="0" y="12246"/>
                  </a:lnTo>
                  <a:cubicBezTo>
                    <a:pt x="0" y="13494"/>
                    <a:pt x="1018" y="14516"/>
                    <a:pt x="2266" y="14516"/>
                  </a:cubicBezTo>
                  <a:lnTo>
                    <a:pt x="2266" y="14516"/>
                  </a:lnTo>
                  <a:cubicBezTo>
                    <a:pt x="1018" y="14517"/>
                    <a:pt x="0" y="15541"/>
                    <a:pt x="0" y="16788"/>
                  </a:cubicBezTo>
                  <a:lnTo>
                    <a:pt x="0" y="17084"/>
                  </a:lnTo>
                  <a:cubicBezTo>
                    <a:pt x="0" y="18332"/>
                    <a:pt x="1019" y="19356"/>
                    <a:pt x="2269" y="19356"/>
                  </a:cubicBezTo>
                  <a:lnTo>
                    <a:pt x="3849" y="19356"/>
                  </a:lnTo>
                  <a:lnTo>
                    <a:pt x="3849" y="14516"/>
                  </a:lnTo>
                  <a:lnTo>
                    <a:pt x="3849" y="9678"/>
                  </a:lnTo>
                  <a:lnTo>
                    <a:pt x="3849" y="4840"/>
                  </a:lnTo>
                  <a:lnTo>
                    <a:pt x="3849" y="0"/>
                  </a:lnTo>
                  <a:close/>
                  <a:moveTo>
                    <a:pt x="19765" y="7005"/>
                  </a:moveTo>
                  <a:cubicBezTo>
                    <a:pt x="17996" y="7005"/>
                    <a:pt x="16630" y="7259"/>
                    <a:pt x="16344" y="7749"/>
                  </a:cubicBezTo>
                  <a:cubicBezTo>
                    <a:pt x="15522" y="9159"/>
                    <a:pt x="23014" y="12587"/>
                    <a:pt x="23014" y="12587"/>
                  </a:cubicBezTo>
                  <a:lnTo>
                    <a:pt x="23859" y="18037"/>
                  </a:lnTo>
                  <a:cubicBezTo>
                    <a:pt x="23857" y="18037"/>
                    <a:pt x="20660" y="21120"/>
                    <a:pt x="20669" y="24658"/>
                  </a:cubicBezTo>
                  <a:lnTo>
                    <a:pt x="13994" y="24658"/>
                  </a:lnTo>
                  <a:cubicBezTo>
                    <a:pt x="13959" y="30188"/>
                    <a:pt x="23014" y="37975"/>
                    <a:pt x="23014" y="37975"/>
                  </a:cubicBezTo>
                  <a:lnTo>
                    <a:pt x="23416" y="48965"/>
                  </a:lnTo>
                  <a:lnTo>
                    <a:pt x="45981" y="48965"/>
                  </a:lnTo>
                  <a:lnTo>
                    <a:pt x="32772" y="29271"/>
                  </a:lnTo>
                  <a:cubicBezTo>
                    <a:pt x="32772" y="29271"/>
                    <a:pt x="32053" y="12752"/>
                    <a:pt x="29494" y="9817"/>
                  </a:cubicBezTo>
                  <a:cubicBezTo>
                    <a:pt x="27824" y="7901"/>
                    <a:pt x="23085" y="7005"/>
                    <a:pt x="19765" y="7005"/>
                  </a:cubicBezTo>
                  <a:close/>
                </a:path>
              </a:pathLst>
            </a:custGeom>
            <a:solidFill>
              <a:srgbClr val="FEB7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56"/>
            <p:cNvSpPr/>
            <p:nvPr/>
          </p:nvSpPr>
          <p:spPr>
            <a:xfrm>
              <a:off x="7387115" y="3967912"/>
              <a:ext cx="722540" cy="381429"/>
            </a:xfrm>
            <a:custGeom>
              <a:rect b="b" l="l" r="r" t="t"/>
              <a:pathLst>
                <a:path extrusionOk="0" h="9924" w="18799">
                  <a:moveTo>
                    <a:pt x="157" y="0"/>
                  </a:moveTo>
                  <a:cubicBezTo>
                    <a:pt x="0" y="0"/>
                    <a:pt x="2" y="246"/>
                    <a:pt x="163" y="253"/>
                  </a:cubicBezTo>
                  <a:cubicBezTo>
                    <a:pt x="668" y="276"/>
                    <a:pt x="1174" y="297"/>
                    <a:pt x="1678" y="319"/>
                  </a:cubicBezTo>
                  <a:cubicBezTo>
                    <a:pt x="1681" y="319"/>
                    <a:pt x="1683" y="319"/>
                    <a:pt x="1685" y="319"/>
                  </a:cubicBezTo>
                  <a:cubicBezTo>
                    <a:pt x="1841" y="319"/>
                    <a:pt x="1839" y="73"/>
                    <a:pt x="1678" y="66"/>
                  </a:cubicBezTo>
                  <a:lnTo>
                    <a:pt x="163" y="0"/>
                  </a:lnTo>
                  <a:cubicBezTo>
                    <a:pt x="161" y="0"/>
                    <a:pt x="159" y="0"/>
                    <a:pt x="157" y="0"/>
                  </a:cubicBezTo>
                  <a:close/>
                  <a:moveTo>
                    <a:pt x="18289" y="2796"/>
                  </a:moveTo>
                  <a:cubicBezTo>
                    <a:pt x="18160" y="2796"/>
                    <a:pt x="18116" y="3005"/>
                    <a:pt x="18259" y="3048"/>
                  </a:cubicBezTo>
                  <a:cubicBezTo>
                    <a:pt x="18372" y="3080"/>
                    <a:pt x="18460" y="3198"/>
                    <a:pt x="18444" y="3319"/>
                  </a:cubicBezTo>
                  <a:cubicBezTo>
                    <a:pt x="18426" y="3459"/>
                    <a:pt x="18283" y="3537"/>
                    <a:pt x="18163" y="3577"/>
                  </a:cubicBezTo>
                  <a:cubicBezTo>
                    <a:pt x="17929" y="3659"/>
                    <a:pt x="17667" y="3682"/>
                    <a:pt x="17417" y="3682"/>
                  </a:cubicBezTo>
                  <a:cubicBezTo>
                    <a:pt x="17378" y="3682"/>
                    <a:pt x="17339" y="3681"/>
                    <a:pt x="17301" y="3680"/>
                  </a:cubicBezTo>
                  <a:cubicBezTo>
                    <a:pt x="16698" y="3659"/>
                    <a:pt x="16115" y="3465"/>
                    <a:pt x="15619" y="3125"/>
                  </a:cubicBezTo>
                  <a:cubicBezTo>
                    <a:pt x="15596" y="3109"/>
                    <a:pt x="15574" y="3102"/>
                    <a:pt x="15553" y="3102"/>
                  </a:cubicBezTo>
                  <a:cubicBezTo>
                    <a:pt x="15449" y="3102"/>
                    <a:pt x="15380" y="3267"/>
                    <a:pt x="15491" y="3343"/>
                  </a:cubicBezTo>
                  <a:cubicBezTo>
                    <a:pt x="16049" y="3725"/>
                    <a:pt x="16722" y="3934"/>
                    <a:pt x="17398" y="3934"/>
                  </a:cubicBezTo>
                  <a:cubicBezTo>
                    <a:pt x="17513" y="3934"/>
                    <a:pt x="17627" y="3928"/>
                    <a:pt x="17741" y="3916"/>
                  </a:cubicBezTo>
                  <a:cubicBezTo>
                    <a:pt x="18053" y="3881"/>
                    <a:pt x="18462" y="3828"/>
                    <a:pt x="18635" y="3528"/>
                  </a:cubicBezTo>
                  <a:cubicBezTo>
                    <a:pt x="18798" y="3249"/>
                    <a:pt x="18624" y="2890"/>
                    <a:pt x="18326" y="2802"/>
                  </a:cubicBezTo>
                  <a:cubicBezTo>
                    <a:pt x="18313" y="2798"/>
                    <a:pt x="18301" y="2796"/>
                    <a:pt x="18289" y="2796"/>
                  </a:cubicBezTo>
                  <a:close/>
                  <a:moveTo>
                    <a:pt x="1505" y="5024"/>
                  </a:moveTo>
                  <a:cubicBezTo>
                    <a:pt x="1504" y="5024"/>
                    <a:pt x="1504" y="5024"/>
                    <a:pt x="1503" y="5024"/>
                  </a:cubicBezTo>
                  <a:cubicBezTo>
                    <a:pt x="1103" y="5031"/>
                    <a:pt x="704" y="5039"/>
                    <a:pt x="304" y="5046"/>
                  </a:cubicBezTo>
                  <a:cubicBezTo>
                    <a:pt x="143" y="5051"/>
                    <a:pt x="142" y="5301"/>
                    <a:pt x="301" y="5301"/>
                  </a:cubicBezTo>
                  <a:cubicBezTo>
                    <a:pt x="302" y="5301"/>
                    <a:pt x="303" y="5301"/>
                    <a:pt x="304" y="5301"/>
                  </a:cubicBezTo>
                  <a:cubicBezTo>
                    <a:pt x="704" y="5294"/>
                    <a:pt x="1103" y="5285"/>
                    <a:pt x="1503" y="5278"/>
                  </a:cubicBezTo>
                  <a:cubicBezTo>
                    <a:pt x="1663" y="5274"/>
                    <a:pt x="1667" y="5024"/>
                    <a:pt x="1505" y="5024"/>
                  </a:cubicBezTo>
                  <a:close/>
                  <a:moveTo>
                    <a:pt x="1505" y="9647"/>
                  </a:moveTo>
                  <a:cubicBezTo>
                    <a:pt x="1504" y="9647"/>
                    <a:pt x="1504" y="9647"/>
                    <a:pt x="1503" y="9647"/>
                  </a:cubicBezTo>
                  <a:cubicBezTo>
                    <a:pt x="1103" y="9654"/>
                    <a:pt x="704" y="9662"/>
                    <a:pt x="304" y="9669"/>
                  </a:cubicBezTo>
                  <a:cubicBezTo>
                    <a:pt x="143" y="9673"/>
                    <a:pt x="142" y="9924"/>
                    <a:pt x="301" y="9924"/>
                  </a:cubicBezTo>
                  <a:cubicBezTo>
                    <a:pt x="302" y="9924"/>
                    <a:pt x="303" y="9924"/>
                    <a:pt x="304" y="9924"/>
                  </a:cubicBezTo>
                  <a:cubicBezTo>
                    <a:pt x="704" y="9917"/>
                    <a:pt x="1103" y="9908"/>
                    <a:pt x="1503" y="9901"/>
                  </a:cubicBezTo>
                  <a:cubicBezTo>
                    <a:pt x="1665" y="9897"/>
                    <a:pt x="1667" y="9647"/>
                    <a:pt x="1505" y="9647"/>
                  </a:cubicBezTo>
                  <a:close/>
                </a:path>
              </a:pathLst>
            </a:custGeom>
            <a:solidFill>
              <a:srgbClr val="687F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56"/>
            <p:cNvSpPr/>
            <p:nvPr/>
          </p:nvSpPr>
          <p:spPr>
            <a:xfrm rot="1852733">
              <a:off x="7648146" y="2703636"/>
              <a:ext cx="468968" cy="473125"/>
            </a:xfrm>
            <a:custGeom>
              <a:rect b="b" l="l" r="r" t="t"/>
              <a:pathLst>
                <a:path extrusionOk="0" h="12290" w="12182">
                  <a:moveTo>
                    <a:pt x="5575" y="1953"/>
                  </a:moveTo>
                  <a:cubicBezTo>
                    <a:pt x="6565" y="1953"/>
                    <a:pt x="7531" y="2453"/>
                    <a:pt x="8084" y="3360"/>
                  </a:cubicBezTo>
                  <a:cubicBezTo>
                    <a:pt x="8927" y="4743"/>
                    <a:pt x="8489" y="6549"/>
                    <a:pt x="7107" y="7392"/>
                  </a:cubicBezTo>
                  <a:cubicBezTo>
                    <a:pt x="6630" y="7683"/>
                    <a:pt x="6102" y="7822"/>
                    <a:pt x="5581" y="7822"/>
                  </a:cubicBezTo>
                  <a:cubicBezTo>
                    <a:pt x="4592" y="7822"/>
                    <a:pt x="3627" y="7322"/>
                    <a:pt x="3074" y="6415"/>
                  </a:cubicBezTo>
                  <a:cubicBezTo>
                    <a:pt x="2231" y="5032"/>
                    <a:pt x="2667" y="3226"/>
                    <a:pt x="4050" y="2383"/>
                  </a:cubicBezTo>
                  <a:cubicBezTo>
                    <a:pt x="4527" y="2092"/>
                    <a:pt x="5054" y="1953"/>
                    <a:pt x="5575" y="1953"/>
                  </a:cubicBezTo>
                  <a:close/>
                  <a:moveTo>
                    <a:pt x="5574" y="0"/>
                  </a:moveTo>
                  <a:cubicBezTo>
                    <a:pt x="4707" y="0"/>
                    <a:pt x="3828" y="232"/>
                    <a:pt x="3034" y="717"/>
                  </a:cubicBezTo>
                  <a:cubicBezTo>
                    <a:pt x="728" y="2121"/>
                    <a:pt x="0" y="5129"/>
                    <a:pt x="1407" y="7433"/>
                  </a:cubicBezTo>
                  <a:cubicBezTo>
                    <a:pt x="1407" y="7433"/>
                    <a:pt x="1497" y="7597"/>
                    <a:pt x="1703" y="7866"/>
                  </a:cubicBezTo>
                  <a:cubicBezTo>
                    <a:pt x="2481" y="8896"/>
                    <a:pt x="4904" y="11471"/>
                    <a:pt x="10094" y="12289"/>
                  </a:cubicBezTo>
                  <a:cubicBezTo>
                    <a:pt x="10094" y="12289"/>
                    <a:pt x="12181" y="5939"/>
                    <a:pt x="9751" y="2343"/>
                  </a:cubicBezTo>
                  <a:cubicBezTo>
                    <a:pt x="8829" y="834"/>
                    <a:pt x="7221" y="0"/>
                    <a:pt x="5574" y="0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156"/>
          <p:cNvSpPr txBox="1"/>
          <p:nvPr/>
        </p:nvSpPr>
        <p:spPr>
          <a:xfrm>
            <a:off x="2906575" y="397767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Presenter:</a:t>
            </a:r>
            <a:r>
              <a:rPr lang="en" sz="160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 Tien Phap</a:t>
            </a:r>
            <a:endParaRPr sz="1600">
              <a:solidFill>
                <a:schemeClr val="accent4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Time: 	   </a:t>
            </a:r>
            <a:r>
              <a:rPr lang="en" sz="1600">
                <a:solidFill>
                  <a:schemeClr val="accent4"/>
                </a:solidFill>
                <a:latin typeface="Quicksand"/>
                <a:ea typeface="Quicksand"/>
                <a:cs typeface="Quicksand"/>
                <a:sym typeface="Quicksand"/>
              </a:rPr>
              <a:t>05/2026</a:t>
            </a:r>
            <a:endParaRPr sz="1600">
              <a:solidFill>
                <a:schemeClr val="accent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8" name="Google Shape;1108;p15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109" name="Google Shape;1109;p15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57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B2239"/>
                  </a:solidFill>
                  <a:latin typeface="Martel"/>
                  <a:ea typeface="Martel"/>
                  <a:cs typeface="Martel"/>
                  <a:sym typeface="Martel"/>
                </a:rPr>
                <a:t>Business Context</a:t>
              </a:r>
              <a:endParaRPr b="1" sz="2800">
                <a:solidFill>
                  <a:srgbClr val="0B2239"/>
                </a:solidFill>
                <a:latin typeface="Martel"/>
                <a:ea typeface="Martel"/>
                <a:cs typeface="Martel"/>
                <a:sym typeface="Martel"/>
              </a:endParaRPr>
            </a:p>
          </p:txBody>
        </p:sp>
        <p:sp>
          <p:nvSpPr>
            <p:cNvPr id="1111" name="Google Shape;1111;p157"/>
            <p:cNvSpPr/>
            <p:nvPr/>
          </p:nvSpPr>
          <p:spPr>
            <a:xfrm>
              <a:off x="381000" y="61912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AEC6C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2" name="Google Shape;1112;p157"/>
          <p:cNvGrpSpPr/>
          <p:nvPr/>
        </p:nvGrpSpPr>
        <p:grpSpPr>
          <a:xfrm>
            <a:off x="381000" y="1047750"/>
            <a:ext cx="8382000" cy="1333500"/>
            <a:chOff x="381000" y="1047750"/>
            <a:chExt cx="8382000" cy="1333500"/>
          </a:xfrm>
        </p:grpSpPr>
        <p:sp>
          <p:nvSpPr>
            <p:cNvPr id="1113" name="Google Shape;1113;p157"/>
            <p:cNvSpPr/>
            <p:nvPr/>
          </p:nvSpPr>
          <p:spPr>
            <a:xfrm>
              <a:off x="381000" y="1047750"/>
              <a:ext cx="8382000" cy="13335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57"/>
            <p:cNvSpPr/>
            <p:nvPr/>
          </p:nvSpPr>
          <p:spPr>
            <a:xfrm>
              <a:off x="381000" y="1047750"/>
              <a:ext cx="8382000" cy="381000"/>
            </a:xfrm>
            <a:prstGeom prst="roundRect">
              <a:avLst>
                <a:gd fmla="val 40000" name="adj"/>
              </a:avLst>
            </a:prstGeom>
            <a:solidFill>
              <a:srgbClr val="0B223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57"/>
            <p:cNvSpPr/>
            <p:nvPr/>
          </p:nvSpPr>
          <p:spPr>
            <a:xfrm>
              <a:off x="381000" y="1238250"/>
              <a:ext cx="8382000" cy="190500"/>
            </a:xfrm>
            <a:prstGeom prst="rect">
              <a:avLst/>
            </a:prstGeom>
            <a:solidFill>
              <a:srgbClr val="0B223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57"/>
            <p:cNvSpPr txBox="1"/>
            <p:nvPr/>
          </p:nvSpPr>
          <p:spPr>
            <a:xfrm>
              <a:off x="571500" y="104775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artel"/>
                  <a:ea typeface="Martel"/>
                  <a:cs typeface="Martel"/>
                  <a:sym typeface="Martel"/>
                </a:rPr>
                <a:t>Problem Statement (Context)</a:t>
              </a:r>
              <a:endParaRPr b="1" sz="1400">
                <a:solidFill>
                  <a:srgbClr val="FFFFFF"/>
                </a:solidFill>
                <a:latin typeface="Martel"/>
                <a:ea typeface="Martel"/>
                <a:cs typeface="Martel"/>
                <a:sym typeface="Martel"/>
              </a:endParaRPr>
            </a:p>
          </p:txBody>
        </p:sp>
        <p:sp>
          <p:nvSpPr>
            <p:cNvPr id="1117" name="Google Shape;1117;p157"/>
            <p:cNvSpPr txBox="1"/>
            <p:nvPr/>
          </p:nvSpPr>
          <p:spPr>
            <a:xfrm>
              <a:off x="571500" y="1524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Despite accumulating massive transactional data, </a:t>
              </a:r>
              <a:r>
                <a:rPr b="1"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Look</a:t>
              </a:r>
              <a:r>
                <a:rPr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has been growing on </a:t>
              </a:r>
              <a:r>
                <a:rPr i="1" lang="en" sz="13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"instinct"</a:t>
              </a:r>
              <a:r>
                <a:rPr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without a data-driven optimization strategy, leading to a recent decline in core metrics.</a:t>
              </a:r>
              <a:endParaRPr sz="13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118" name="Google Shape;1118;p157"/>
          <p:cNvGrpSpPr/>
          <p:nvPr/>
        </p:nvGrpSpPr>
        <p:grpSpPr>
          <a:xfrm>
            <a:off x="381000" y="2571750"/>
            <a:ext cx="8382000" cy="2190900"/>
            <a:chOff x="381000" y="2571750"/>
            <a:chExt cx="8382000" cy="2190900"/>
          </a:xfrm>
        </p:grpSpPr>
        <p:sp>
          <p:nvSpPr>
            <p:cNvPr id="1119" name="Google Shape;1119;p157"/>
            <p:cNvSpPr/>
            <p:nvPr/>
          </p:nvSpPr>
          <p:spPr>
            <a:xfrm>
              <a:off x="381000" y="2571750"/>
              <a:ext cx="8382000" cy="2190900"/>
            </a:xfrm>
            <a:prstGeom prst="roundRect">
              <a:avLst>
                <a:gd fmla="val 6956" name="adj"/>
              </a:avLst>
            </a:prstGeom>
            <a:solidFill>
              <a:srgbClr val="F8FAFC"/>
            </a:solidFill>
            <a:ln cap="flat" cmpd="sng" w="9525">
              <a:solidFill>
                <a:srgbClr val="AEC6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57"/>
            <p:cNvSpPr/>
            <p:nvPr/>
          </p:nvSpPr>
          <p:spPr>
            <a:xfrm>
              <a:off x="381000" y="2571750"/>
              <a:ext cx="8382000" cy="381000"/>
            </a:xfrm>
            <a:prstGeom prst="roundRect">
              <a:avLst>
                <a:gd fmla="val 40000" name="adj"/>
              </a:avLst>
            </a:prstGeom>
            <a:solidFill>
              <a:srgbClr val="687F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57"/>
            <p:cNvSpPr/>
            <p:nvPr/>
          </p:nvSpPr>
          <p:spPr>
            <a:xfrm>
              <a:off x="381000" y="2762250"/>
              <a:ext cx="8382000" cy="190500"/>
            </a:xfrm>
            <a:prstGeom prst="rect">
              <a:avLst/>
            </a:prstGeom>
            <a:solidFill>
              <a:srgbClr val="687F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57"/>
            <p:cNvSpPr txBox="1"/>
            <p:nvPr/>
          </p:nvSpPr>
          <p:spPr>
            <a:xfrm>
              <a:off x="571500" y="257175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artel"/>
                  <a:ea typeface="Martel"/>
                  <a:cs typeface="Martel"/>
                  <a:sym typeface="Martel"/>
                </a:rPr>
                <a:t>Strategic Objective</a:t>
              </a:r>
              <a:endParaRPr b="1" sz="1400">
                <a:solidFill>
                  <a:srgbClr val="FFFFFF"/>
                </a:solidFill>
                <a:latin typeface="Martel"/>
                <a:ea typeface="Martel"/>
                <a:cs typeface="Martel"/>
                <a:sym typeface="Martel"/>
              </a:endParaRPr>
            </a:p>
          </p:txBody>
        </p:sp>
        <p:sp>
          <p:nvSpPr>
            <p:cNvPr id="1123" name="Google Shape;1123;p157"/>
            <p:cNvSpPr txBox="1"/>
            <p:nvPr/>
          </p:nvSpPr>
          <p:spPr>
            <a:xfrm>
              <a:off x="571500" y="3095625"/>
              <a:ext cx="8001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Conduct a full-scale health check across 3 pillars to identify resource wastage and maximize LTV:</a:t>
              </a:r>
              <a:endParaRPr b="1" sz="14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B2239"/>
                </a:buClr>
                <a:buSzPts val="1300"/>
                <a:buFont typeface="Be Vietnam Pro"/>
                <a:buChar char="●"/>
              </a:pPr>
              <a:r>
                <a:rPr b="1"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Product:</a:t>
              </a:r>
              <a:r>
                <a:rPr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</a:t>
              </a:r>
              <a:r>
                <a:rPr lang="en" sz="13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Analyzing SKU performance and assortment health.</a:t>
              </a:r>
              <a:endParaRPr sz="13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B2239"/>
                </a:buClr>
                <a:buSzPts val="1300"/>
                <a:buFont typeface="Be Vietnam Pro"/>
                <a:buChar char="●"/>
              </a:pPr>
              <a:r>
                <a:rPr b="1"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Customer:</a:t>
              </a:r>
              <a:r>
                <a:rPr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</a:t>
              </a:r>
              <a:r>
                <a:rPr lang="en" sz="13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Deep diving into segment-level behavior and lifetime value.</a:t>
              </a:r>
              <a:endParaRPr sz="13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B2239"/>
                </a:buClr>
                <a:buSzPts val="1300"/>
                <a:buFont typeface="Be Vietnam Pro"/>
                <a:buChar char="●"/>
              </a:pPr>
              <a:r>
                <a:rPr b="1"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Behavior:</a:t>
              </a:r>
              <a:r>
                <a:rPr lang="en" sz="13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</a:t>
              </a:r>
              <a:r>
                <a:rPr lang="en" sz="13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Optimizing conversion paths and engagement triggers.</a:t>
              </a:r>
              <a:endParaRPr sz="13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8" name="Google Shape;1128;p158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129" name="Google Shape;1129;p15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58"/>
            <p:cNvSpPr txBox="1"/>
            <p:nvPr/>
          </p:nvSpPr>
          <p:spPr>
            <a:xfrm>
              <a:off x="285750" y="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B2239"/>
                  </a:solidFill>
                  <a:latin typeface="Martel"/>
                  <a:ea typeface="Martel"/>
                  <a:cs typeface="Martel"/>
                  <a:sym typeface="Martel"/>
                </a:rPr>
                <a:t>Data Source Status</a:t>
              </a:r>
              <a:endParaRPr b="1" sz="2800">
                <a:solidFill>
                  <a:srgbClr val="0B2239"/>
                </a:solidFill>
                <a:latin typeface="Martel"/>
                <a:ea typeface="Martel"/>
                <a:cs typeface="Martel"/>
                <a:sym typeface="Martel"/>
              </a:endParaRPr>
            </a:p>
          </p:txBody>
        </p:sp>
        <p:sp>
          <p:nvSpPr>
            <p:cNvPr id="1131" name="Google Shape;1131;p158"/>
            <p:cNvSpPr/>
            <p:nvPr/>
          </p:nvSpPr>
          <p:spPr>
            <a:xfrm>
              <a:off x="285750" y="61912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AEC6C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58"/>
          <p:cNvGrpSpPr/>
          <p:nvPr/>
        </p:nvGrpSpPr>
        <p:grpSpPr>
          <a:xfrm>
            <a:off x="285750" y="952500"/>
            <a:ext cx="8620200" cy="952500"/>
            <a:chOff x="285750" y="952500"/>
            <a:chExt cx="8620200" cy="952500"/>
          </a:xfrm>
        </p:grpSpPr>
        <p:grpSp>
          <p:nvGrpSpPr>
            <p:cNvPr id="1133" name="Google Shape;1133;p158"/>
            <p:cNvGrpSpPr/>
            <p:nvPr/>
          </p:nvGrpSpPr>
          <p:grpSpPr>
            <a:xfrm>
              <a:off x="285750" y="952500"/>
              <a:ext cx="1619100" cy="952500"/>
              <a:chOff x="285750" y="952500"/>
              <a:chExt cx="1619100" cy="952500"/>
            </a:xfrm>
          </p:grpSpPr>
          <p:sp>
            <p:nvSpPr>
              <p:cNvPr id="1134" name="Google Shape;1134;p158"/>
              <p:cNvSpPr/>
              <p:nvPr/>
            </p:nvSpPr>
            <p:spPr>
              <a:xfrm>
                <a:off x="285750" y="952500"/>
                <a:ext cx="16191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158"/>
              <p:cNvSpPr txBox="1"/>
              <p:nvPr/>
            </p:nvSpPr>
            <p:spPr>
              <a:xfrm>
                <a:off x="285750" y="952500"/>
                <a:ext cx="16191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Total Orders</a:t>
                </a:r>
                <a:endParaRPr b="0" sz="1000">
                  <a:solidFill>
                    <a:srgbClr val="64748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0B223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124K+</a:t>
                </a:r>
                <a:endParaRPr b="1" sz="22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59669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Transactions</a:t>
                </a:r>
                <a:endParaRPr b="0" sz="900">
                  <a:solidFill>
                    <a:srgbClr val="059669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136" name="Google Shape;1136;p158"/>
            <p:cNvGrpSpPr/>
            <p:nvPr/>
          </p:nvGrpSpPr>
          <p:grpSpPr>
            <a:xfrm>
              <a:off x="2047875" y="952500"/>
              <a:ext cx="1619100" cy="952500"/>
              <a:chOff x="2047875" y="952500"/>
              <a:chExt cx="1619100" cy="952500"/>
            </a:xfrm>
          </p:grpSpPr>
          <p:sp>
            <p:nvSpPr>
              <p:cNvPr id="1137" name="Google Shape;1137;p158"/>
              <p:cNvSpPr/>
              <p:nvPr/>
            </p:nvSpPr>
            <p:spPr>
              <a:xfrm>
                <a:off x="2047875" y="952500"/>
                <a:ext cx="16191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158"/>
              <p:cNvSpPr txBox="1"/>
              <p:nvPr/>
            </p:nvSpPr>
            <p:spPr>
              <a:xfrm>
                <a:off x="2047875" y="952500"/>
                <a:ext cx="16191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Total Events</a:t>
                </a:r>
                <a:endParaRPr b="0" sz="1000">
                  <a:solidFill>
                    <a:srgbClr val="64748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0B223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2M+</a:t>
                </a:r>
                <a:endParaRPr b="1" sz="22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59669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Records</a:t>
                </a:r>
                <a:endParaRPr b="0" sz="900">
                  <a:solidFill>
                    <a:srgbClr val="059669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139" name="Google Shape;1139;p158"/>
            <p:cNvGrpSpPr/>
            <p:nvPr/>
          </p:nvGrpSpPr>
          <p:grpSpPr>
            <a:xfrm>
              <a:off x="3810000" y="952500"/>
              <a:ext cx="1619100" cy="952500"/>
              <a:chOff x="3810000" y="952500"/>
              <a:chExt cx="1619100" cy="952500"/>
            </a:xfrm>
          </p:grpSpPr>
          <p:sp>
            <p:nvSpPr>
              <p:cNvPr id="1140" name="Google Shape;1140;p158"/>
              <p:cNvSpPr/>
              <p:nvPr/>
            </p:nvSpPr>
            <p:spPr>
              <a:xfrm>
                <a:off x="3810000" y="952500"/>
                <a:ext cx="16191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158"/>
              <p:cNvSpPr txBox="1"/>
              <p:nvPr/>
            </p:nvSpPr>
            <p:spPr>
              <a:xfrm>
                <a:off x="3810000" y="952500"/>
                <a:ext cx="16191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Total Users</a:t>
                </a:r>
                <a:endParaRPr b="0" sz="1000">
                  <a:solidFill>
                    <a:srgbClr val="64748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0B223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100K</a:t>
                </a:r>
                <a:endParaRPr b="1" sz="22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59669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People</a:t>
                </a:r>
                <a:endParaRPr b="0" sz="900">
                  <a:solidFill>
                    <a:srgbClr val="059669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142" name="Google Shape;1142;p158"/>
            <p:cNvGrpSpPr/>
            <p:nvPr/>
          </p:nvGrpSpPr>
          <p:grpSpPr>
            <a:xfrm>
              <a:off x="5572125" y="952500"/>
              <a:ext cx="1619100" cy="952500"/>
              <a:chOff x="5572125" y="952500"/>
              <a:chExt cx="1619100" cy="952500"/>
            </a:xfrm>
          </p:grpSpPr>
          <p:sp>
            <p:nvSpPr>
              <p:cNvPr id="1143" name="Google Shape;1143;p158"/>
              <p:cNvSpPr/>
              <p:nvPr/>
            </p:nvSpPr>
            <p:spPr>
              <a:xfrm>
                <a:off x="5572125" y="952500"/>
                <a:ext cx="16191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158"/>
              <p:cNvSpPr txBox="1"/>
              <p:nvPr/>
            </p:nvSpPr>
            <p:spPr>
              <a:xfrm>
                <a:off x="5572125" y="952500"/>
                <a:ext cx="16191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Total Products</a:t>
                </a:r>
                <a:endParaRPr b="0" sz="1000">
                  <a:solidFill>
                    <a:srgbClr val="64748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0B223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29K+</a:t>
                </a:r>
                <a:endParaRPr b="1" sz="22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59669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SKUs</a:t>
                </a:r>
                <a:endParaRPr b="0" sz="900">
                  <a:solidFill>
                    <a:srgbClr val="059669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145" name="Google Shape;1145;p158"/>
            <p:cNvGrpSpPr/>
            <p:nvPr/>
          </p:nvGrpSpPr>
          <p:grpSpPr>
            <a:xfrm>
              <a:off x="7334250" y="952500"/>
              <a:ext cx="1571700" cy="952500"/>
              <a:chOff x="7334250" y="952500"/>
              <a:chExt cx="1571700" cy="952500"/>
            </a:xfrm>
          </p:grpSpPr>
          <p:sp>
            <p:nvSpPr>
              <p:cNvPr id="1146" name="Google Shape;1146;p158"/>
              <p:cNvSpPr/>
              <p:nvPr/>
            </p:nvSpPr>
            <p:spPr>
              <a:xfrm>
                <a:off x="7334250" y="952500"/>
                <a:ext cx="15717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158"/>
              <p:cNvSpPr txBox="1"/>
              <p:nvPr/>
            </p:nvSpPr>
            <p:spPr>
              <a:xfrm>
                <a:off x="7334250" y="952500"/>
                <a:ext cx="15717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66534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Reliability</a:t>
                </a:r>
                <a:endParaRPr b="0" sz="1000">
                  <a:solidFill>
                    <a:srgbClr val="166534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2200">
                    <a:solidFill>
                      <a:srgbClr val="15803D"/>
                    </a:solidFill>
                    <a:latin typeface="Be Vietnam Pro ExtraBold"/>
                    <a:ea typeface="Be Vietnam Pro ExtraBold"/>
                    <a:cs typeface="Be Vietnam Pro ExtraBold"/>
                    <a:sym typeface="Be Vietnam Pro ExtraBold"/>
                  </a:rPr>
                  <a:t>~95%</a:t>
                </a:r>
                <a:endParaRPr b="0" sz="2200">
                  <a:solidFill>
                    <a:srgbClr val="15803D"/>
                  </a:solidFill>
                  <a:latin typeface="Be Vietnam Pro ExtraBold"/>
                  <a:ea typeface="Be Vietnam Pro ExtraBold"/>
                  <a:cs typeface="Be Vietnam Pro ExtraBold"/>
                  <a:sym typeface="Be Vietnam Pro Extra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66534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Data Health Score</a:t>
                </a:r>
                <a:endParaRPr b="0" sz="900">
                  <a:solidFill>
                    <a:srgbClr val="166534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  <p:grpSp>
        <p:nvGrpSpPr>
          <p:cNvPr id="1148" name="Google Shape;1148;p158"/>
          <p:cNvGrpSpPr/>
          <p:nvPr/>
        </p:nvGrpSpPr>
        <p:grpSpPr>
          <a:xfrm>
            <a:off x="285750" y="2095500"/>
            <a:ext cx="4238700" cy="2667000"/>
            <a:chOff x="285750" y="2095500"/>
            <a:chExt cx="4238700" cy="2667000"/>
          </a:xfrm>
        </p:grpSpPr>
        <p:sp>
          <p:nvSpPr>
            <p:cNvPr id="1149" name="Google Shape;1149;p158"/>
            <p:cNvSpPr/>
            <p:nvPr/>
          </p:nvSpPr>
          <p:spPr>
            <a:xfrm>
              <a:off x="285750" y="2095500"/>
              <a:ext cx="42387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58"/>
            <p:cNvSpPr/>
            <p:nvPr/>
          </p:nvSpPr>
          <p:spPr>
            <a:xfrm>
              <a:off x="285750" y="2095500"/>
              <a:ext cx="4238700" cy="381000"/>
            </a:xfrm>
            <a:prstGeom prst="roundRect">
              <a:avLst>
                <a:gd fmla="val 40000" name="adj"/>
              </a:avLst>
            </a:prstGeom>
            <a:solidFill>
              <a:srgbClr val="0B223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58"/>
            <p:cNvSpPr/>
            <p:nvPr/>
          </p:nvSpPr>
          <p:spPr>
            <a:xfrm>
              <a:off x="285750" y="2286000"/>
              <a:ext cx="4238700" cy="190500"/>
            </a:xfrm>
            <a:prstGeom prst="rect">
              <a:avLst/>
            </a:prstGeom>
            <a:solidFill>
              <a:srgbClr val="0B223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58"/>
            <p:cNvSpPr txBox="1"/>
            <p:nvPr/>
          </p:nvSpPr>
          <p:spPr>
            <a:xfrm>
              <a:off x="428625" y="2095500"/>
              <a:ext cx="395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artel"/>
                  <a:ea typeface="Martel"/>
                  <a:cs typeface="Martel"/>
                  <a:sym typeface="Martel"/>
                </a:rPr>
                <a:t>Quality Audit</a:t>
              </a:r>
              <a:endParaRPr b="1" sz="1400">
                <a:solidFill>
                  <a:srgbClr val="FFFFFF"/>
                </a:solidFill>
                <a:latin typeface="Martel"/>
                <a:ea typeface="Martel"/>
                <a:cs typeface="Martel"/>
                <a:sym typeface="Martel"/>
              </a:endParaRPr>
            </a:p>
          </p:txBody>
        </p:sp>
        <p:sp>
          <p:nvSpPr>
            <p:cNvPr id="1153" name="Google Shape;1153;p158"/>
            <p:cNvSpPr txBox="1"/>
            <p:nvPr/>
          </p:nvSpPr>
          <p:spPr>
            <a:xfrm>
              <a:off x="476250" y="2619375"/>
              <a:ext cx="3857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Uniqueness</a:t>
              </a:r>
              <a:endParaRPr b="1" sz="12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Zero duplicate records found within the primary transaction tables, ensuring single-source truth.</a:t>
              </a:r>
              <a:endParaRPr sz="11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Consistency</a:t>
              </a:r>
              <a:endParaRPr b="1" sz="12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Null values are logically sound and strictly aligned with the order lifecycle status transitions.</a:t>
              </a:r>
              <a:endParaRPr sz="11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154" name="Google Shape;1154;p158"/>
          <p:cNvGrpSpPr/>
          <p:nvPr/>
        </p:nvGrpSpPr>
        <p:grpSpPr>
          <a:xfrm>
            <a:off x="4667250" y="2095500"/>
            <a:ext cx="4238700" cy="2667000"/>
            <a:chOff x="4667250" y="2095500"/>
            <a:chExt cx="4238700" cy="2667000"/>
          </a:xfrm>
        </p:grpSpPr>
        <p:sp>
          <p:nvSpPr>
            <p:cNvPr id="1155" name="Google Shape;1155;p158"/>
            <p:cNvSpPr/>
            <p:nvPr/>
          </p:nvSpPr>
          <p:spPr>
            <a:xfrm>
              <a:off x="4667250" y="2095500"/>
              <a:ext cx="4238700" cy="26670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8"/>
            <p:cNvSpPr/>
            <p:nvPr/>
          </p:nvSpPr>
          <p:spPr>
            <a:xfrm>
              <a:off x="4667250" y="2095500"/>
              <a:ext cx="4238700" cy="381000"/>
            </a:xfrm>
            <a:prstGeom prst="roundRect">
              <a:avLst>
                <a:gd fmla="val 40000" name="adj"/>
              </a:avLst>
            </a:prstGeom>
            <a:solidFill>
              <a:srgbClr val="687F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8"/>
            <p:cNvSpPr/>
            <p:nvPr/>
          </p:nvSpPr>
          <p:spPr>
            <a:xfrm>
              <a:off x="4667250" y="2286000"/>
              <a:ext cx="4238700" cy="190500"/>
            </a:xfrm>
            <a:prstGeom prst="rect">
              <a:avLst/>
            </a:prstGeom>
            <a:solidFill>
              <a:srgbClr val="687F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8"/>
            <p:cNvSpPr txBox="1"/>
            <p:nvPr/>
          </p:nvSpPr>
          <p:spPr>
            <a:xfrm>
              <a:off x="4810125" y="2095500"/>
              <a:ext cx="395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artel"/>
                  <a:ea typeface="Martel"/>
                  <a:cs typeface="Martel"/>
                  <a:sym typeface="Martel"/>
                </a:rPr>
                <a:t>Technical Pre-processing</a:t>
              </a:r>
              <a:endParaRPr b="1" sz="1400">
                <a:solidFill>
                  <a:srgbClr val="FFFFFF"/>
                </a:solidFill>
                <a:latin typeface="Martel"/>
                <a:ea typeface="Martel"/>
                <a:cs typeface="Martel"/>
                <a:sym typeface="Martel"/>
              </a:endParaRPr>
            </a:p>
          </p:txBody>
        </p:sp>
        <p:sp>
          <p:nvSpPr>
            <p:cNvPr id="1159" name="Google Shape;1159;p158"/>
            <p:cNvSpPr txBox="1"/>
            <p:nvPr/>
          </p:nvSpPr>
          <p:spPr>
            <a:xfrm>
              <a:off x="4857750" y="2619375"/>
              <a:ext cx="3857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Standardization</a:t>
              </a:r>
              <a:endParaRPr b="1" sz="12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Stripped 'UTC' suffixes and cast temporal columns to proper </a:t>
              </a:r>
              <a:r>
                <a:rPr lang="en" sz="110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datetime</a:t>
              </a:r>
              <a:r>
                <a:rPr lang="en" sz="11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format for accurate time-series analysis.</a:t>
              </a:r>
              <a:endParaRPr sz="11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Outlier Management</a:t>
              </a:r>
              <a:endParaRPr b="1" sz="12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Identified and handled anomalous values in </a:t>
              </a:r>
              <a:r>
                <a:rPr lang="en" sz="110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sale_price</a:t>
              </a:r>
              <a:r>
                <a:rPr lang="en" sz="11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to safeguard the accuracy of AOV metrics.</a:t>
              </a:r>
              <a:endParaRPr sz="11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59"/>
          <p:cNvSpPr txBox="1"/>
          <p:nvPr>
            <p:ph type="title"/>
          </p:nvPr>
        </p:nvSpPr>
        <p:spPr>
          <a:xfrm>
            <a:off x="3810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B2239"/>
                </a:solidFill>
                <a:latin typeface="Martel"/>
                <a:ea typeface="Martel"/>
                <a:cs typeface="Martel"/>
                <a:sym typeface="Martel"/>
              </a:rPr>
              <a:t>Business Overview</a:t>
            </a:r>
            <a:endParaRPr b="1" sz="3600">
              <a:solidFill>
                <a:srgbClr val="0B2239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grpSp>
        <p:nvGrpSpPr>
          <p:cNvPr id="1165" name="Google Shape;1165;p159"/>
          <p:cNvGrpSpPr/>
          <p:nvPr/>
        </p:nvGrpSpPr>
        <p:grpSpPr>
          <a:xfrm>
            <a:off x="381000" y="1047750"/>
            <a:ext cx="2000100" cy="1047900"/>
            <a:chOff x="381000" y="1047750"/>
            <a:chExt cx="2000100" cy="1047900"/>
          </a:xfrm>
        </p:grpSpPr>
        <p:sp>
          <p:nvSpPr>
            <p:cNvPr id="1166" name="Google Shape;1166;p159"/>
            <p:cNvSpPr/>
            <p:nvPr/>
          </p:nvSpPr>
          <p:spPr>
            <a:xfrm>
              <a:off x="381000" y="1047750"/>
              <a:ext cx="20001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9"/>
            <p:cNvSpPr txBox="1"/>
            <p:nvPr/>
          </p:nvSpPr>
          <p:spPr>
            <a:xfrm>
              <a:off x="523875" y="119062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TOTAL ORDERS</a:t>
              </a:r>
              <a:endParaRPr b="0" sz="1000">
                <a:solidFill>
                  <a:srgbClr val="64748B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127,194</a:t>
              </a:r>
              <a:endParaRPr b="1" sz="24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Transactions</a:t>
              </a:r>
              <a:endParaRPr b="0" sz="900">
                <a:solidFill>
                  <a:srgbClr val="05966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</p:txBody>
        </p:sp>
      </p:grpSp>
      <p:grpSp>
        <p:nvGrpSpPr>
          <p:cNvPr id="1168" name="Google Shape;1168;p159"/>
          <p:cNvGrpSpPr/>
          <p:nvPr/>
        </p:nvGrpSpPr>
        <p:grpSpPr>
          <a:xfrm>
            <a:off x="2524125" y="1047750"/>
            <a:ext cx="2000100" cy="1047900"/>
            <a:chOff x="2524125" y="1047750"/>
            <a:chExt cx="2000100" cy="1047900"/>
          </a:xfrm>
        </p:grpSpPr>
        <p:sp>
          <p:nvSpPr>
            <p:cNvPr id="1169" name="Google Shape;1169;p159"/>
            <p:cNvSpPr/>
            <p:nvPr/>
          </p:nvSpPr>
          <p:spPr>
            <a:xfrm>
              <a:off x="2524125" y="1047750"/>
              <a:ext cx="20001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9"/>
            <p:cNvSpPr txBox="1"/>
            <p:nvPr/>
          </p:nvSpPr>
          <p:spPr>
            <a:xfrm>
              <a:off x="2667000" y="119062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TOTAL SESSIONS</a:t>
              </a:r>
              <a:endParaRPr b="0" sz="1000">
                <a:solidFill>
                  <a:srgbClr val="64748B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686,993</a:t>
              </a:r>
              <a:endParaRPr b="1" sz="24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Sessions</a:t>
              </a:r>
              <a:endParaRPr b="0" sz="900">
                <a:solidFill>
                  <a:srgbClr val="059669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</p:txBody>
        </p:sp>
      </p:grpSp>
      <p:grpSp>
        <p:nvGrpSpPr>
          <p:cNvPr id="1171" name="Google Shape;1171;p159"/>
          <p:cNvGrpSpPr/>
          <p:nvPr/>
        </p:nvGrpSpPr>
        <p:grpSpPr>
          <a:xfrm>
            <a:off x="4667250" y="1047750"/>
            <a:ext cx="2000100" cy="1047900"/>
            <a:chOff x="4667250" y="1047750"/>
            <a:chExt cx="2000100" cy="1047900"/>
          </a:xfrm>
        </p:grpSpPr>
        <p:sp>
          <p:nvSpPr>
            <p:cNvPr id="1172" name="Google Shape;1172;p159"/>
            <p:cNvSpPr/>
            <p:nvPr/>
          </p:nvSpPr>
          <p:spPr>
            <a:xfrm>
              <a:off x="4667250" y="1047750"/>
              <a:ext cx="20001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9"/>
            <p:cNvSpPr txBox="1"/>
            <p:nvPr/>
          </p:nvSpPr>
          <p:spPr>
            <a:xfrm>
              <a:off x="4810125" y="119062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AVG ORDER VALUE</a:t>
              </a:r>
              <a:endParaRPr b="0" sz="1000">
                <a:solidFill>
                  <a:srgbClr val="64748B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$84.88</a:t>
              </a:r>
              <a:endParaRPr b="1" sz="24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174" name="Google Shape;1174;p159"/>
          <p:cNvGrpSpPr/>
          <p:nvPr/>
        </p:nvGrpSpPr>
        <p:grpSpPr>
          <a:xfrm>
            <a:off x="6810375" y="1047750"/>
            <a:ext cx="2000100" cy="1047900"/>
            <a:chOff x="6810375" y="1047750"/>
            <a:chExt cx="2000100" cy="1047900"/>
          </a:xfrm>
        </p:grpSpPr>
        <p:sp>
          <p:nvSpPr>
            <p:cNvPr id="1175" name="Google Shape;1175;p159"/>
            <p:cNvSpPr/>
            <p:nvPr/>
          </p:nvSpPr>
          <p:spPr>
            <a:xfrm>
              <a:off x="6810375" y="1047750"/>
              <a:ext cx="20001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9"/>
            <p:cNvSpPr txBox="1"/>
            <p:nvPr/>
          </p:nvSpPr>
          <p:spPr>
            <a:xfrm>
              <a:off x="6953250" y="119062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CONVERSION RATE</a:t>
              </a:r>
              <a:endParaRPr b="0" sz="1000">
                <a:solidFill>
                  <a:srgbClr val="64748B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18.51%</a:t>
              </a:r>
              <a:endParaRPr b="1" sz="2400">
                <a:solidFill>
                  <a:srgbClr val="0B223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177" name="Google Shape;1177;p159"/>
          <p:cNvGrpSpPr/>
          <p:nvPr/>
        </p:nvGrpSpPr>
        <p:grpSpPr>
          <a:xfrm>
            <a:off x="381000" y="2286000"/>
            <a:ext cx="4143300" cy="1428900"/>
            <a:chOff x="381000" y="2286000"/>
            <a:chExt cx="4143300" cy="1428900"/>
          </a:xfrm>
        </p:grpSpPr>
        <p:sp>
          <p:nvSpPr>
            <p:cNvPr id="1178" name="Google Shape;1178;p159"/>
            <p:cNvSpPr/>
            <p:nvPr/>
          </p:nvSpPr>
          <p:spPr>
            <a:xfrm>
              <a:off x="381000" y="2286000"/>
              <a:ext cx="4143300" cy="1428900"/>
            </a:xfrm>
            <a:prstGeom prst="roundRect">
              <a:avLst>
                <a:gd fmla="val 10666" name="adj"/>
              </a:avLst>
            </a:prstGeom>
            <a:solidFill>
              <a:srgbClr val="F0FDF4"/>
            </a:solidFill>
            <a:ln cap="flat" cmpd="sng" w="9525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9"/>
            <p:cNvSpPr txBox="1"/>
            <p:nvPr/>
          </p:nvSpPr>
          <p:spPr>
            <a:xfrm>
              <a:off x="619125" y="2476500"/>
              <a:ext cx="3667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66534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GROSS PERFORMANCE</a:t>
              </a:r>
              <a:endParaRPr b="0" sz="1200">
                <a:solidFill>
                  <a:srgbClr val="166534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5803D"/>
                  </a:solidFill>
                  <a:latin typeface="Be Vietnam Pro ExtraBold"/>
                  <a:ea typeface="Be Vietnam Pro ExtraBold"/>
                  <a:cs typeface="Be Vietnam Pro ExtraBold"/>
                  <a:sym typeface="Be Vietnam Pro ExtraBold"/>
                </a:rPr>
                <a:t>$10,796,335</a:t>
              </a:r>
              <a:endParaRPr b="0" sz="3200">
                <a:solidFill>
                  <a:srgbClr val="15803D"/>
                </a:solidFill>
                <a:latin typeface="Be Vietnam Pro ExtraBold"/>
                <a:ea typeface="Be Vietnam Pro ExtraBold"/>
                <a:cs typeface="Be Vietnam Pro ExtraBold"/>
                <a:sym typeface="Be Vietnam Pro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66534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Revenue</a:t>
              </a:r>
              <a:endParaRPr b="0" sz="1100">
                <a:solidFill>
                  <a:srgbClr val="166534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180" name="Google Shape;1180;p159"/>
          <p:cNvGrpSpPr/>
          <p:nvPr/>
        </p:nvGrpSpPr>
        <p:grpSpPr>
          <a:xfrm>
            <a:off x="4667250" y="2286000"/>
            <a:ext cx="4143300" cy="1428900"/>
            <a:chOff x="4667250" y="2286000"/>
            <a:chExt cx="4143300" cy="1428900"/>
          </a:xfrm>
        </p:grpSpPr>
        <p:sp>
          <p:nvSpPr>
            <p:cNvPr id="1181" name="Google Shape;1181;p159"/>
            <p:cNvSpPr/>
            <p:nvPr/>
          </p:nvSpPr>
          <p:spPr>
            <a:xfrm>
              <a:off x="4667250" y="2286000"/>
              <a:ext cx="4143300" cy="1428900"/>
            </a:xfrm>
            <a:prstGeom prst="roundRect">
              <a:avLst>
                <a:gd fmla="val 10666" name="adj"/>
              </a:avLst>
            </a:prstGeom>
            <a:solidFill>
              <a:srgbClr val="ECFDF5"/>
            </a:solidFill>
            <a:ln cap="flat" cmpd="sng" w="9525">
              <a:solidFill>
                <a:srgbClr val="D1F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9"/>
            <p:cNvSpPr txBox="1"/>
            <p:nvPr/>
          </p:nvSpPr>
          <p:spPr>
            <a:xfrm>
              <a:off x="4905375" y="2476500"/>
              <a:ext cx="3667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65F46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PROFITABILITY</a:t>
              </a:r>
              <a:endParaRPr b="0" sz="1200">
                <a:solidFill>
                  <a:srgbClr val="065F4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047857"/>
                  </a:solidFill>
                  <a:latin typeface="Be Vietnam Pro ExtraBold"/>
                  <a:ea typeface="Be Vietnam Pro ExtraBold"/>
                  <a:cs typeface="Be Vietnam Pro ExtraBold"/>
                  <a:sym typeface="Be Vietnam Pro ExtraBold"/>
                </a:rPr>
                <a:t>$5,602,333</a:t>
              </a:r>
              <a:endParaRPr b="0" sz="3200">
                <a:solidFill>
                  <a:srgbClr val="047857"/>
                </a:solidFill>
                <a:latin typeface="Be Vietnam Pro ExtraBold"/>
                <a:ea typeface="Be Vietnam Pro ExtraBold"/>
                <a:cs typeface="Be Vietnam Pro ExtraBold"/>
                <a:sym typeface="Be Vietnam Pro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64E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Total Profit (51.89% Margin)</a:t>
              </a:r>
              <a:endParaRPr b="0" sz="1100">
                <a:solidFill>
                  <a:srgbClr val="064E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183" name="Google Shape;1183;p159"/>
          <p:cNvGrpSpPr/>
          <p:nvPr/>
        </p:nvGrpSpPr>
        <p:grpSpPr>
          <a:xfrm>
            <a:off x="381000" y="3905250"/>
            <a:ext cx="8429700" cy="952500"/>
            <a:chOff x="381000" y="3905250"/>
            <a:chExt cx="8429700" cy="952500"/>
          </a:xfrm>
        </p:grpSpPr>
        <p:sp>
          <p:nvSpPr>
            <p:cNvPr id="1184" name="Google Shape;1184;p159"/>
            <p:cNvSpPr/>
            <p:nvPr/>
          </p:nvSpPr>
          <p:spPr>
            <a:xfrm>
              <a:off x="381000" y="3905250"/>
              <a:ext cx="8429700" cy="952500"/>
            </a:xfrm>
            <a:prstGeom prst="roundRect">
              <a:avLst>
                <a:gd fmla="val 16000" name="adj"/>
              </a:avLst>
            </a:prstGeom>
            <a:solidFill>
              <a:srgbClr val="FEF2F2"/>
            </a:solidFill>
            <a:ln cap="flat" cmpd="sng" w="9525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9"/>
            <p:cNvSpPr txBox="1"/>
            <p:nvPr/>
          </p:nvSpPr>
          <p:spPr>
            <a:xfrm>
              <a:off x="619125" y="4000500"/>
              <a:ext cx="7953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91B1B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LOSS &amp; RETURNS MANAGEMENT</a:t>
              </a:r>
              <a:endParaRPr b="0" sz="1100">
                <a:solidFill>
                  <a:srgbClr val="991B1B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B91C1C"/>
                  </a:solidFill>
                  <a:latin typeface="Be Vietnam Pro ExtraBold"/>
                  <a:ea typeface="Be Vietnam Pro ExtraBold"/>
                  <a:cs typeface="Be Vietnam Pro ExtraBold"/>
                  <a:sym typeface="Be Vietnam Pro ExtraBold"/>
                </a:rPr>
                <a:t>$1,076,166 </a:t>
              </a:r>
              <a:r>
                <a:rPr b="0" lang="en" sz="1400">
                  <a:solidFill>
                    <a:srgbClr val="7F1D1D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(9.97% Return Rate)</a:t>
              </a:r>
              <a:endParaRPr b="0" sz="2000">
                <a:solidFill>
                  <a:srgbClr val="B91C1C"/>
                </a:solidFill>
                <a:latin typeface="Be Vietnam Pro ExtraBold"/>
                <a:ea typeface="Be Vietnam Pro ExtraBold"/>
                <a:cs typeface="Be Vietnam Pro ExtraBold"/>
                <a:sym typeface="Be Vietnam Pro Extra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60"/>
          <p:cNvSpPr/>
          <p:nvPr/>
        </p:nvSpPr>
        <p:spPr>
          <a:xfrm>
            <a:off x="1172300" y="2103825"/>
            <a:ext cx="6781500" cy="1245000"/>
          </a:xfrm>
          <a:prstGeom prst="roundRect">
            <a:avLst>
              <a:gd fmla="val 9941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160"/>
          <p:cNvSpPr txBox="1"/>
          <p:nvPr>
            <p:ph idx="1" type="subTitle"/>
          </p:nvPr>
        </p:nvSpPr>
        <p:spPr>
          <a:xfrm>
            <a:off x="1264625" y="2218125"/>
            <a:ext cx="73911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12121"/>
                </a:solidFill>
              </a:rPr>
              <a:t>PRODUCT LANDSCAPE</a:t>
            </a:r>
            <a:r>
              <a:rPr lang="en" sz="3000"/>
              <a:t> </a:t>
            </a:r>
            <a:endParaRPr sz="3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3 - LEGGED STOOL MODEL </a:t>
            </a:r>
            <a:endParaRPr sz="3000"/>
          </a:p>
        </p:txBody>
      </p:sp>
      <p:sp>
        <p:nvSpPr>
          <p:cNvPr id="1192" name="Google Shape;1192;p160"/>
          <p:cNvSpPr/>
          <p:nvPr/>
        </p:nvSpPr>
        <p:spPr>
          <a:xfrm>
            <a:off x="1166533" y="1173800"/>
            <a:ext cx="1359300" cy="825300"/>
          </a:xfrm>
          <a:prstGeom prst="roundRect">
            <a:avLst>
              <a:gd fmla="val 83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3" name="Google Shape;1193;p160"/>
          <p:cNvGrpSpPr/>
          <p:nvPr/>
        </p:nvGrpSpPr>
        <p:grpSpPr>
          <a:xfrm>
            <a:off x="6646506" y="3348830"/>
            <a:ext cx="2391383" cy="2016227"/>
            <a:chOff x="6039344" y="2586726"/>
            <a:chExt cx="2391383" cy="2016227"/>
          </a:xfrm>
        </p:grpSpPr>
        <p:sp>
          <p:nvSpPr>
            <p:cNvPr id="1194" name="Google Shape;1194;p160"/>
            <p:cNvSpPr/>
            <p:nvPr/>
          </p:nvSpPr>
          <p:spPr>
            <a:xfrm flipH="1">
              <a:off x="6039361" y="3887375"/>
              <a:ext cx="1119224" cy="329213"/>
            </a:xfrm>
            <a:custGeom>
              <a:rect b="b" l="l" r="r" t="t"/>
              <a:pathLst>
                <a:path extrusionOk="0" h="9735" w="33096">
                  <a:moveTo>
                    <a:pt x="2420" y="1"/>
                  </a:moveTo>
                  <a:cubicBezTo>
                    <a:pt x="1085" y="1"/>
                    <a:pt x="1" y="1081"/>
                    <a:pt x="1" y="2417"/>
                  </a:cubicBezTo>
                  <a:lnTo>
                    <a:pt x="1" y="7319"/>
                  </a:lnTo>
                  <a:cubicBezTo>
                    <a:pt x="1" y="8653"/>
                    <a:pt x="1085" y="9734"/>
                    <a:pt x="2420" y="9734"/>
                  </a:cubicBezTo>
                  <a:lnTo>
                    <a:pt x="30681" y="9734"/>
                  </a:lnTo>
                  <a:cubicBezTo>
                    <a:pt x="32016" y="9734"/>
                    <a:pt x="33095" y="8653"/>
                    <a:pt x="33095" y="7319"/>
                  </a:cubicBezTo>
                  <a:lnTo>
                    <a:pt x="33095" y="2417"/>
                  </a:lnTo>
                  <a:cubicBezTo>
                    <a:pt x="33095" y="1081"/>
                    <a:pt x="32016" y="1"/>
                    <a:pt x="306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0"/>
            <p:cNvSpPr/>
            <p:nvPr/>
          </p:nvSpPr>
          <p:spPr>
            <a:xfrm flipH="1">
              <a:off x="6039344" y="2884269"/>
              <a:ext cx="1298604" cy="932158"/>
            </a:xfrm>
            <a:custGeom>
              <a:rect b="b" l="l" r="r" t="t"/>
              <a:pathLst>
                <a:path extrusionOk="0" h="31059" w="33096">
                  <a:moveTo>
                    <a:pt x="2420" y="0"/>
                  </a:moveTo>
                  <a:cubicBezTo>
                    <a:pt x="1085" y="0"/>
                    <a:pt x="1" y="1083"/>
                    <a:pt x="1" y="2419"/>
                  </a:cubicBezTo>
                  <a:lnTo>
                    <a:pt x="1" y="28643"/>
                  </a:lnTo>
                  <a:cubicBezTo>
                    <a:pt x="1" y="29977"/>
                    <a:pt x="1085" y="31058"/>
                    <a:pt x="2420" y="31058"/>
                  </a:cubicBezTo>
                  <a:lnTo>
                    <a:pt x="30681" y="31058"/>
                  </a:lnTo>
                  <a:cubicBezTo>
                    <a:pt x="32016" y="31058"/>
                    <a:pt x="33095" y="29977"/>
                    <a:pt x="33095" y="28643"/>
                  </a:cubicBezTo>
                  <a:lnTo>
                    <a:pt x="33095" y="2419"/>
                  </a:lnTo>
                  <a:cubicBezTo>
                    <a:pt x="33095" y="1083"/>
                    <a:pt x="32016" y="0"/>
                    <a:pt x="30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0"/>
            <p:cNvSpPr/>
            <p:nvPr/>
          </p:nvSpPr>
          <p:spPr>
            <a:xfrm flipH="1">
              <a:off x="7419178" y="2586726"/>
              <a:ext cx="1011549" cy="1481133"/>
            </a:xfrm>
            <a:custGeom>
              <a:rect b="b" l="l" r="r" t="t"/>
              <a:pathLst>
                <a:path extrusionOk="0" h="39786" w="29912">
                  <a:moveTo>
                    <a:pt x="2420" y="0"/>
                  </a:moveTo>
                  <a:cubicBezTo>
                    <a:pt x="1086" y="0"/>
                    <a:pt x="1" y="1085"/>
                    <a:pt x="1" y="2419"/>
                  </a:cubicBezTo>
                  <a:lnTo>
                    <a:pt x="1" y="37370"/>
                  </a:lnTo>
                  <a:cubicBezTo>
                    <a:pt x="1" y="38704"/>
                    <a:pt x="1086" y="39785"/>
                    <a:pt x="2420" y="39785"/>
                  </a:cubicBezTo>
                  <a:lnTo>
                    <a:pt x="27497" y="39785"/>
                  </a:lnTo>
                  <a:cubicBezTo>
                    <a:pt x="28831" y="39785"/>
                    <a:pt x="29911" y="38704"/>
                    <a:pt x="29911" y="37370"/>
                  </a:cubicBezTo>
                  <a:lnTo>
                    <a:pt x="29911" y="2419"/>
                  </a:lnTo>
                  <a:cubicBezTo>
                    <a:pt x="29911" y="1085"/>
                    <a:pt x="28831" y="0"/>
                    <a:pt x="2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97" name="Google Shape;1197;p160"/>
            <p:cNvGrpSpPr/>
            <p:nvPr/>
          </p:nvGrpSpPr>
          <p:grpSpPr>
            <a:xfrm flipH="1">
              <a:off x="6432429" y="3085999"/>
              <a:ext cx="1186682" cy="1516954"/>
              <a:chOff x="1259630" y="2290550"/>
              <a:chExt cx="777999" cy="994659"/>
            </a:xfrm>
          </p:grpSpPr>
          <p:sp>
            <p:nvSpPr>
              <p:cNvPr id="1198" name="Google Shape;1198;p160"/>
              <p:cNvSpPr/>
              <p:nvPr/>
            </p:nvSpPr>
            <p:spPr>
              <a:xfrm>
                <a:off x="1259630" y="2593309"/>
                <a:ext cx="777999" cy="691900"/>
              </a:xfrm>
              <a:custGeom>
                <a:rect b="b" l="l" r="r" t="t"/>
                <a:pathLst>
                  <a:path extrusionOk="0" h="20042" w="22536">
                    <a:moveTo>
                      <a:pt x="5119" y="1"/>
                    </a:moveTo>
                    <a:lnTo>
                      <a:pt x="1" y="20042"/>
                    </a:lnTo>
                    <a:lnTo>
                      <a:pt x="22535" y="20042"/>
                    </a:lnTo>
                    <a:lnTo>
                      <a:pt x="174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160"/>
              <p:cNvSpPr/>
              <p:nvPr/>
            </p:nvSpPr>
            <p:spPr>
              <a:xfrm>
                <a:off x="1465658" y="2290550"/>
                <a:ext cx="367216" cy="376917"/>
              </a:xfrm>
              <a:custGeom>
                <a:rect b="b" l="l" r="r" t="t"/>
                <a:pathLst>
                  <a:path extrusionOk="0" h="10918" w="10637">
                    <a:moveTo>
                      <a:pt x="5339" y="1"/>
                    </a:moveTo>
                    <a:cubicBezTo>
                      <a:pt x="4715" y="1"/>
                      <a:pt x="4091" y="118"/>
                      <a:pt x="3501" y="359"/>
                    </a:cubicBezTo>
                    <a:cubicBezTo>
                      <a:pt x="2033" y="957"/>
                      <a:pt x="909" y="2241"/>
                      <a:pt x="517" y="3776"/>
                    </a:cubicBezTo>
                    <a:cubicBezTo>
                      <a:pt x="1" y="5791"/>
                      <a:pt x="608" y="7824"/>
                      <a:pt x="1291" y="9725"/>
                    </a:cubicBezTo>
                    <a:lnTo>
                      <a:pt x="1087" y="9522"/>
                    </a:lnTo>
                    <a:cubicBezTo>
                      <a:pt x="1058" y="9492"/>
                      <a:pt x="1024" y="9480"/>
                      <a:pt x="992" y="9480"/>
                    </a:cubicBezTo>
                    <a:cubicBezTo>
                      <a:pt x="880" y="9480"/>
                      <a:pt x="780" y="9625"/>
                      <a:pt x="884" y="9727"/>
                    </a:cubicBezTo>
                    <a:lnTo>
                      <a:pt x="1356" y="10199"/>
                    </a:lnTo>
                    <a:lnTo>
                      <a:pt x="884" y="10671"/>
                    </a:lnTo>
                    <a:cubicBezTo>
                      <a:pt x="780" y="10771"/>
                      <a:pt x="880" y="10917"/>
                      <a:pt x="991" y="10917"/>
                    </a:cubicBezTo>
                    <a:cubicBezTo>
                      <a:pt x="1024" y="10917"/>
                      <a:pt x="1058" y="10905"/>
                      <a:pt x="1087" y="10875"/>
                    </a:cubicBezTo>
                    <a:lnTo>
                      <a:pt x="1561" y="10403"/>
                    </a:lnTo>
                    <a:lnTo>
                      <a:pt x="2031" y="10875"/>
                    </a:lnTo>
                    <a:cubicBezTo>
                      <a:pt x="2060" y="10905"/>
                      <a:pt x="2094" y="10917"/>
                      <a:pt x="2127" y="10917"/>
                    </a:cubicBezTo>
                    <a:cubicBezTo>
                      <a:pt x="2238" y="10917"/>
                      <a:pt x="2338" y="10771"/>
                      <a:pt x="2236" y="10671"/>
                    </a:cubicBezTo>
                    <a:lnTo>
                      <a:pt x="1762" y="10199"/>
                    </a:lnTo>
                    <a:lnTo>
                      <a:pt x="2236" y="9727"/>
                    </a:lnTo>
                    <a:cubicBezTo>
                      <a:pt x="2338" y="9625"/>
                      <a:pt x="2238" y="9480"/>
                      <a:pt x="2126" y="9480"/>
                    </a:cubicBezTo>
                    <a:cubicBezTo>
                      <a:pt x="2094" y="9480"/>
                      <a:pt x="2060" y="9492"/>
                      <a:pt x="2031" y="9522"/>
                    </a:cubicBezTo>
                    <a:lnTo>
                      <a:pt x="1658" y="9897"/>
                    </a:lnTo>
                    <a:cubicBezTo>
                      <a:pt x="1041" y="8203"/>
                      <a:pt x="442" y="6422"/>
                      <a:pt x="656" y="4596"/>
                    </a:cubicBezTo>
                    <a:cubicBezTo>
                      <a:pt x="841" y="3014"/>
                      <a:pt x="1727" y="1621"/>
                      <a:pt x="3133" y="852"/>
                    </a:cubicBezTo>
                    <a:cubicBezTo>
                      <a:pt x="3822" y="475"/>
                      <a:pt x="4583" y="289"/>
                      <a:pt x="5346" y="289"/>
                    </a:cubicBezTo>
                    <a:cubicBezTo>
                      <a:pt x="6054" y="289"/>
                      <a:pt x="6763" y="449"/>
                      <a:pt x="7418" y="765"/>
                    </a:cubicBezTo>
                    <a:cubicBezTo>
                      <a:pt x="8877" y="1468"/>
                      <a:pt x="9792" y="2856"/>
                      <a:pt x="10092" y="4426"/>
                    </a:cubicBezTo>
                    <a:cubicBezTo>
                      <a:pt x="10453" y="6320"/>
                      <a:pt x="9917" y="8227"/>
                      <a:pt x="9129" y="9946"/>
                    </a:cubicBezTo>
                    <a:lnTo>
                      <a:pt x="8704" y="9522"/>
                    </a:lnTo>
                    <a:cubicBezTo>
                      <a:pt x="8675" y="9492"/>
                      <a:pt x="8641" y="9480"/>
                      <a:pt x="8609" y="9480"/>
                    </a:cubicBezTo>
                    <a:cubicBezTo>
                      <a:pt x="8497" y="9480"/>
                      <a:pt x="8397" y="9625"/>
                      <a:pt x="8500" y="9727"/>
                    </a:cubicBezTo>
                    <a:lnTo>
                      <a:pt x="8973" y="10199"/>
                    </a:lnTo>
                    <a:lnTo>
                      <a:pt x="8500" y="10671"/>
                    </a:lnTo>
                    <a:cubicBezTo>
                      <a:pt x="8397" y="10771"/>
                      <a:pt x="8497" y="10917"/>
                      <a:pt x="8608" y="10917"/>
                    </a:cubicBezTo>
                    <a:cubicBezTo>
                      <a:pt x="8641" y="10917"/>
                      <a:pt x="8674" y="10905"/>
                      <a:pt x="8704" y="10875"/>
                    </a:cubicBezTo>
                    <a:lnTo>
                      <a:pt x="9178" y="10403"/>
                    </a:lnTo>
                    <a:lnTo>
                      <a:pt x="9649" y="10875"/>
                    </a:lnTo>
                    <a:cubicBezTo>
                      <a:pt x="9678" y="10905"/>
                      <a:pt x="9712" y="10917"/>
                      <a:pt x="9744" y="10917"/>
                    </a:cubicBezTo>
                    <a:cubicBezTo>
                      <a:pt x="9855" y="10917"/>
                      <a:pt x="9955" y="10771"/>
                      <a:pt x="9853" y="10671"/>
                    </a:cubicBezTo>
                    <a:lnTo>
                      <a:pt x="9379" y="10199"/>
                    </a:lnTo>
                    <a:lnTo>
                      <a:pt x="9853" y="9727"/>
                    </a:lnTo>
                    <a:cubicBezTo>
                      <a:pt x="9955" y="9625"/>
                      <a:pt x="9855" y="9480"/>
                      <a:pt x="9744" y="9480"/>
                    </a:cubicBezTo>
                    <a:cubicBezTo>
                      <a:pt x="9711" y="9480"/>
                      <a:pt x="9678" y="9492"/>
                      <a:pt x="9649" y="9522"/>
                    </a:cubicBezTo>
                    <a:lnTo>
                      <a:pt x="9617" y="9552"/>
                    </a:lnTo>
                    <a:cubicBezTo>
                      <a:pt x="10242" y="8060"/>
                      <a:pt x="10637" y="6453"/>
                      <a:pt x="10444" y="4828"/>
                    </a:cubicBezTo>
                    <a:cubicBezTo>
                      <a:pt x="10250" y="3185"/>
                      <a:pt x="9431" y="1632"/>
                      <a:pt x="7996" y="754"/>
                    </a:cubicBezTo>
                    <a:cubicBezTo>
                      <a:pt x="7191" y="259"/>
                      <a:pt x="6266" y="1"/>
                      <a:pt x="53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160"/>
              <p:cNvSpPr/>
              <p:nvPr/>
            </p:nvSpPr>
            <p:spPr>
              <a:xfrm>
                <a:off x="1305648" y="2698290"/>
                <a:ext cx="652475" cy="565789"/>
              </a:xfrm>
              <a:custGeom>
                <a:rect b="b" l="l" r="r" t="t"/>
                <a:pathLst>
                  <a:path extrusionOk="0" h="16389" w="18900">
                    <a:moveTo>
                      <a:pt x="12509" y="540"/>
                    </a:moveTo>
                    <a:cubicBezTo>
                      <a:pt x="12410" y="540"/>
                      <a:pt x="12291" y="601"/>
                      <a:pt x="12225" y="668"/>
                    </a:cubicBezTo>
                    <a:cubicBezTo>
                      <a:pt x="12150" y="744"/>
                      <a:pt x="12094" y="866"/>
                      <a:pt x="12098" y="973"/>
                    </a:cubicBezTo>
                    <a:cubicBezTo>
                      <a:pt x="12104" y="1085"/>
                      <a:pt x="12140" y="1202"/>
                      <a:pt x="12225" y="1279"/>
                    </a:cubicBezTo>
                    <a:cubicBezTo>
                      <a:pt x="12315" y="1361"/>
                      <a:pt x="12412" y="1395"/>
                      <a:pt x="12531" y="1406"/>
                    </a:cubicBezTo>
                    <a:lnTo>
                      <a:pt x="13654" y="1513"/>
                    </a:lnTo>
                    <a:cubicBezTo>
                      <a:pt x="13661" y="1513"/>
                      <a:pt x="13668" y="1514"/>
                      <a:pt x="13676" y="1514"/>
                    </a:cubicBezTo>
                    <a:cubicBezTo>
                      <a:pt x="13776" y="1514"/>
                      <a:pt x="13894" y="1453"/>
                      <a:pt x="13959" y="1386"/>
                    </a:cubicBezTo>
                    <a:cubicBezTo>
                      <a:pt x="14034" y="1312"/>
                      <a:pt x="14091" y="1188"/>
                      <a:pt x="14087" y="1080"/>
                    </a:cubicBezTo>
                    <a:cubicBezTo>
                      <a:pt x="14081" y="967"/>
                      <a:pt x="14045" y="852"/>
                      <a:pt x="13959" y="773"/>
                    </a:cubicBezTo>
                    <a:cubicBezTo>
                      <a:pt x="13871" y="693"/>
                      <a:pt x="13774" y="658"/>
                      <a:pt x="13654" y="648"/>
                    </a:cubicBezTo>
                    <a:lnTo>
                      <a:pt x="12531" y="541"/>
                    </a:lnTo>
                    <a:cubicBezTo>
                      <a:pt x="12524" y="541"/>
                      <a:pt x="12517" y="540"/>
                      <a:pt x="12509" y="540"/>
                    </a:cubicBezTo>
                    <a:close/>
                    <a:moveTo>
                      <a:pt x="9217" y="0"/>
                    </a:moveTo>
                    <a:cubicBezTo>
                      <a:pt x="9111" y="0"/>
                      <a:pt x="8985" y="48"/>
                      <a:pt x="8910" y="127"/>
                    </a:cubicBezTo>
                    <a:cubicBezTo>
                      <a:pt x="8836" y="208"/>
                      <a:pt x="8780" y="317"/>
                      <a:pt x="8785" y="432"/>
                    </a:cubicBezTo>
                    <a:cubicBezTo>
                      <a:pt x="8789" y="546"/>
                      <a:pt x="8827" y="658"/>
                      <a:pt x="8910" y="738"/>
                    </a:cubicBezTo>
                    <a:cubicBezTo>
                      <a:pt x="9232" y="1045"/>
                      <a:pt x="9553" y="1352"/>
                      <a:pt x="9875" y="1659"/>
                    </a:cubicBezTo>
                    <a:cubicBezTo>
                      <a:pt x="9956" y="1736"/>
                      <a:pt x="10067" y="1785"/>
                      <a:pt x="10181" y="1785"/>
                    </a:cubicBezTo>
                    <a:cubicBezTo>
                      <a:pt x="10286" y="1785"/>
                      <a:pt x="10413" y="1738"/>
                      <a:pt x="10486" y="1659"/>
                    </a:cubicBezTo>
                    <a:cubicBezTo>
                      <a:pt x="10562" y="1576"/>
                      <a:pt x="10617" y="1466"/>
                      <a:pt x="10612" y="1352"/>
                    </a:cubicBezTo>
                    <a:cubicBezTo>
                      <a:pt x="10607" y="1240"/>
                      <a:pt x="10570" y="1126"/>
                      <a:pt x="10486" y="1049"/>
                    </a:cubicBezTo>
                    <a:cubicBezTo>
                      <a:pt x="10165" y="741"/>
                      <a:pt x="9844" y="433"/>
                      <a:pt x="9522" y="127"/>
                    </a:cubicBezTo>
                    <a:cubicBezTo>
                      <a:pt x="9442" y="49"/>
                      <a:pt x="9331" y="0"/>
                      <a:pt x="9217" y="0"/>
                    </a:cubicBezTo>
                    <a:close/>
                    <a:moveTo>
                      <a:pt x="5758" y="514"/>
                    </a:moveTo>
                    <a:cubicBezTo>
                      <a:pt x="5651" y="514"/>
                      <a:pt x="5543" y="554"/>
                      <a:pt x="5458" y="637"/>
                    </a:cubicBezTo>
                    <a:cubicBezTo>
                      <a:pt x="5073" y="1012"/>
                      <a:pt x="4688" y="1389"/>
                      <a:pt x="4303" y="1764"/>
                    </a:cubicBezTo>
                    <a:cubicBezTo>
                      <a:pt x="4141" y="1923"/>
                      <a:pt x="4131" y="2220"/>
                      <a:pt x="4303" y="2377"/>
                    </a:cubicBezTo>
                    <a:cubicBezTo>
                      <a:pt x="4390" y="2458"/>
                      <a:pt x="4502" y="2500"/>
                      <a:pt x="4613" y="2500"/>
                    </a:cubicBezTo>
                    <a:cubicBezTo>
                      <a:pt x="4721" y="2500"/>
                      <a:pt x="4829" y="2460"/>
                      <a:pt x="4914" y="2377"/>
                    </a:cubicBezTo>
                    <a:lnTo>
                      <a:pt x="6070" y="1248"/>
                    </a:lnTo>
                    <a:cubicBezTo>
                      <a:pt x="6231" y="1091"/>
                      <a:pt x="6240" y="793"/>
                      <a:pt x="6070" y="637"/>
                    </a:cubicBezTo>
                    <a:cubicBezTo>
                      <a:pt x="5981" y="556"/>
                      <a:pt x="5870" y="514"/>
                      <a:pt x="5758" y="514"/>
                    </a:cubicBezTo>
                    <a:close/>
                    <a:moveTo>
                      <a:pt x="15828" y="1417"/>
                    </a:moveTo>
                    <a:cubicBezTo>
                      <a:pt x="15790" y="1417"/>
                      <a:pt x="15751" y="1423"/>
                      <a:pt x="15712" y="1435"/>
                    </a:cubicBezTo>
                    <a:cubicBezTo>
                      <a:pt x="15494" y="1506"/>
                      <a:pt x="15339" y="1735"/>
                      <a:pt x="15411" y="1967"/>
                    </a:cubicBezTo>
                    <a:cubicBezTo>
                      <a:pt x="15559" y="2461"/>
                      <a:pt x="15708" y="2955"/>
                      <a:pt x="15855" y="3447"/>
                    </a:cubicBezTo>
                    <a:cubicBezTo>
                      <a:pt x="15910" y="3627"/>
                      <a:pt x="16085" y="3768"/>
                      <a:pt x="16272" y="3768"/>
                    </a:cubicBezTo>
                    <a:cubicBezTo>
                      <a:pt x="16310" y="3768"/>
                      <a:pt x="16349" y="3762"/>
                      <a:pt x="16388" y="3749"/>
                    </a:cubicBezTo>
                    <a:cubicBezTo>
                      <a:pt x="16607" y="3679"/>
                      <a:pt x="16759" y="3450"/>
                      <a:pt x="16690" y="3218"/>
                    </a:cubicBezTo>
                    <a:cubicBezTo>
                      <a:pt x="16541" y="2726"/>
                      <a:pt x="16392" y="2231"/>
                      <a:pt x="16245" y="1738"/>
                    </a:cubicBezTo>
                    <a:cubicBezTo>
                      <a:pt x="16190" y="1557"/>
                      <a:pt x="16015" y="1417"/>
                      <a:pt x="15828" y="1417"/>
                    </a:cubicBezTo>
                    <a:close/>
                    <a:moveTo>
                      <a:pt x="7482" y="2212"/>
                    </a:moveTo>
                    <a:cubicBezTo>
                      <a:pt x="7444" y="2212"/>
                      <a:pt x="7406" y="2217"/>
                      <a:pt x="7368" y="2230"/>
                    </a:cubicBezTo>
                    <a:cubicBezTo>
                      <a:pt x="7145" y="2303"/>
                      <a:pt x="7004" y="2527"/>
                      <a:pt x="7066" y="2761"/>
                    </a:cubicBezTo>
                    <a:lnTo>
                      <a:pt x="7441" y="4161"/>
                    </a:lnTo>
                    <a:cubicBezTo>
                      <a:pt x="7491" y="4342"/>
                      <a:pt x="7674" y="4480"/>
                      <a:pt x="7862" y="4480"/>
                    </a:cubicBezTo>
                    <a:cubicBezTo>
                      <a:pt x="7900" y="4480"/>
                      <a:pt x="7937" y="4475"/>
                      <a:pt x="7974" y="4463"/>
                    </a:cubicBezTo>
                    <a:cubicBezTo>
                      <a:pt x="8199" y="4390"/>
                      <a:pt x="8340" y="4164"/>
                      <a:pt x="8276" y="3932"/>
                    </a:cubicBezTo>
                    <a:cubicBezTo>
                      <a:pt x="8151" y="3465"/>
                      <a:pt x="8026" y="2998"/>
                      <a:pt x="7901" y="2532"/>
                    </a:cubicBezTo>
                    <a:cubicBezTo>
                      <a:pt x="7852" y="2350"/>
                      <a:pt x="7669" y="2212"/>
                      <a:pt x="7482" y="2212"/>
                    </a:cubicBezTo>
                    <a:close/>
                    <a:moveTo>
                      <a:pt x="4205" y="4199"/>
                    </a:moveTo>
                    <a:cubicBezTo>
                      <a:pt x="4168" y="4199"/>
                      <a:pt x="4132" y="4204"/>
                      <a:pt x="4099" y="4214"/>
                    </a:cubicBezTo>
                    <a:cubicBezTo>
                      <a:pt x="3994" y="4249"/>
                      <a:pt x="3892" y="4314"/>
                      <a:pt x="3840" y="4414"/>
                    </a:cubicBezTo>
                    <a:cubicBezTo>
                      <a:pt x="3790" y="4509"/>
                      <a:pt x="3753" y="4641"/>
                      <a:pt x="3797" y="4747"/>
                    </a:cubicBezTo>
                    <a:cubicBezTo>
                      <a:pt x="3943" y="5107"/>
                      <a:pt x="4091" y="5468"/>
                      <a:pt x="4237" y="5828"/>
                    </a:cubicBezTo>
                    <a:cubicBezTo>
                      <a:pt x="4282" y="5937"/>
                      <a:pt x="4331" y="6026"/>
                      <a:pt x="4436" y="6088"/>
                    </a:cubicBezTo>
                    <a:cubicBezTo>
                      <a:pt x="4500" y="6124"/>
                      <a:pt x="4583" y="6147"/>
                      <a:pt x="4663" y="6147"/>
                    </a:cubicBezTo>
                    <a:cubicBezTo>
                      <a:pt x="4700" y="6147"/>
                      <a:pt x="4736" y="6142"/>
                      <a:pt x="4769" y="6131"/>
                    </a:cubicBezTo>
                    <a:cubicBezTo>
                      <a:pt x="4873" y="6098"/>
                      <a:pt x="4975" y="6032"/>
                      <a:pt x="5028" y="5932"/>
                    </a:cubicBezTo>
                    <a:cubicBezTo>
                      <a:pt x="5079" y="5836"/>
                      <a:pt x="5114" y="5704"/>
                      <a:pt x="5070" y="5599"/>
                    </a:cubicBezTo>
                    <a:cubicBezTo>
                      <a:pt x="4924" y="5237"/>
                      <a:pt x="4776" y="4878"/>
                      <a:pt x="4630" y="4516"/>
                    </a:cubicBezTo>
                    <a:cubicBezTo>
                      <a:pt x="4587" y="4408"/>
                      <a:pt x="4538" y="4320"/>
                      <a:pt x="4432" y="4258"/>
                    </a:cubicBezTo>
                    <a:cubicBezTo>
                      <a:pt x="4368" y="4221"/>
                      <a:pt x="4284" y="4199"/>
                      <a:pt x="4205" y="4199"/>
                    </a:cubicBezTo>
                    <a:close/>
                    <a:moveTo>
                      <a:pt x="12140" y="4622"/>
                    </a:moveTo>
                    <a:cubicBezTo>
                      <a:pt x="12061" y="4622"/>
                      <a:pt x="11979" y="4641"/>
                      <a:pt x="11918" y="4679"/>
                    </a:cubicBezTo>
                    <a:cubicBezTo>
                      <a:pt x="11825" y="4738"/>
                      <a:pt x="11744" y="4828"/>
                      <a:pt x="11720" y="4938"/>
                    </a:cubicBezTo>
                    <a:cubicBezTo>
                      <a:pt x="11695" y="5048"/>
                      <a:pt x="11698" y="5174"/>
                      <a:pt x="11762" y="5271"/>
                    </a:cubicBezTo>
                    <a:cubicBezTo>
                      <a:pt x="11974" y="5593"/>
                      <a:pt x="12187" y="5915"/>
                      <a:pt x="12398" y="6235"/>
                    </a:cubicBezTo>
                    <a:cubicBezTo>
                      <a:pt x="12461" y="6330"/>
                      <a:pt x="12547" y="6404"/>
                      <a:pt x="12656" y="6435"/>
                    </a:cubicBezTo>
                    <a:cubicBezTo>
                      <a:pt x="12691" y="6444"/>
                      <a:pt x="12730" y="6449"/>
                      <a:pt x="12770" y="6449"/>
                    </a:cubicBezTo>
                    <a:cubicBezTo>
                      <a:pt x="12848" y="6449"/>
                      <a:pt x="12929" y="6431"/>
                      <a:pt x="12991" y="6391"/>
                    </a:cubicBezTo>
                    <a:cubicBezTo>
                      <a:pt x="13082" y="6332"/>
                      <a:pt x="13164" y="6244"/>
                      <a:pt x="13189" y="6133"/>
                    </a:cubicBezTo>
                    <a:cubicBezTo>
                      <a:pt x="13214" y="6023"/>
                      <a:pt x="13210" y="5897"/>
                      <a:pt x="13145" y="5800"/>
                    </a:cubicBezTo>
                    <a:cubicBezTo>
                      <a:pt x="12933" y="5478"/>
                      <a:pt x="12721" y="5156"/>
                      <a:pt x="12509" y="4835"/>
                    </a:cubicBezTo>
                    <a:cubicBezTo>
                      <a:pt x="12447" y="4741"/>
                      <a:pt x="12361" y="4667"/>
                      <a:pt x="12251" y="4636"/>
                    </a:cubicBezTo>
                    <a:cubicBezTo>
                      <a:pt x="12217" y="4627"/>
                      <a:pt x="12179" y="4622"/>
                      <a:pt x="12140" y="4622"/>
                    </a:cubicBezTo>
                    <a:close/>
                    <a:moveTo>
                      <a:pt x="9476" y="6231"/>
                    </a:moveTo>
                    <a:cubicBezTo>
                      <a:pt x="9398" y="6231"/>
                      <a:pt x="9324" y="6251"/>
                      <a:pt x="9248" y="6286"/>
                    </a:cubicBezTo>
                    <a:cubicBezTo>
                      <a:pt x="8794" y="6500"/>
                      <a:pt x="8340" y="6715"/>
                      <a:pt x="7886" y="6928"/>
                    </a:cubicBezTo>
                    <a:cubicBezTo>
                      <a:pt x="7793" y="6972"/>
                      <a:pt x="7713" y="7091"/>
                      <a:pt x="7686" y="7187"/>
                    </a:cubicBezTo>
                    <a:cubicBezTo>
                      <a:pt x="7658" y="7290"/>
                      <a:pt x="7671" y="7427"/>
                      <a:pt x="7730" y="7520"/>
                    </a:cubicBezTo>
                    <a:cubicBezTo>
                      <a:pt x="7789" y="7611"/>
                      <a:pt x="7879" y="7693"/>
                      <a:pt x="7988" y="7718"/>
                    </a:cubicBezTo>
                    <a:cubicBezTo>
                      <a:pt x="8025" y="7727"/>
                      <a:pt x="8060" y="7731"/>
                      <a:pt x="8095" y="7731"/>
                    </a:cubicBezTo>
                    <a:cubicBezTo>
                      <a:pt x="8172" y="7731"/>
                      <a:pt x="8245" y="7711"/>
                      <a:pt x="8321" y="7675"/>
                    </a:cubicBezTo>
                    <a:cubicBezTo>
                      <a:pt x="8775" y="7461"/>
                      <a:pt x="9229" y="7247"/>
                      <a:pt x="9683" y="7034"/>
                    </a:cubicBezTo>
                    <a:cubicBezTo>
                      <a:pt x="9776" y="6989"/>
                      <a:pt x="9856" y="6871"/>
                      <a:pt x="9882" y="6775"/>
                    </a:cubicBezTo>
                    <a:cubicBezTo>
                      <a:pt x="9911" y="6671"/>
                      <a:pt x="9898" y="6533"/>
                      <a:pt x="9839" y="6442"/>
                    </a:cubicBezTo>
                    <a:cubicBezTo>
                      <a:pt x="9779" y="6349"/>
                      <a:pt x="9690" y="6268"/>
                      <a:pt x="9581" y="6242"/>
                    </a:cubicBezTo>
                    <a:cubicBezTo>
                      <a:pt x="9545" y="6234"/>
                      <a:pt x="9510" y="6231"/>
                      <a:pt x="9476" y="6231"/>
                    </a:cubicBezTo>
                    <a:close/>
                    <a:moveTo>
                      <a:pt x="15376" y="6110"/>
                    </a:moveTo>
                    <a:cubicBezTo>
                      <a:pt x="15184" y="6110"/>
                      <a:pt x="15002" y="6225"/>
                      <a:pt x="14949" y="6424"/>
                    </a:cubicBezTo>
                    <a:cubicBezTo>
                      <a:pt x="14812" y="6931"/>
                      <a:pt x="14676" y="7437"/>
                      <a:pt x="14540" y="7945"/>
                    </a:cubicBezTo>
                    <a:cubicBezTo>
                      <a:pt x="14482" y="8162"/>
                      <a:pt x="14614" y="8424"/>
                      <a:pt x="14842" y="8476"/>
                    </a:cubicBezTo>
                    <a:cubicBezTo>
                      <a:pt x="14877" y="8484"/>
                      <a:pt x="14913" y="8488"/>
                      <a:pt x="14948" y="8488"/>
                    </a:cubicBezTo>
                    <a:cubicBezTo>
                      <a:pt x="15140" y="8488"/>
                      <a:pt x="15321" y="8371"/>
                      <a:pt x="15373" y="8175"/>
                    </a:cubicBezTo>
                    <a:cubicBezTo>
                      <a:pt x="15511" y="7668"/>
                      <a:pt x="15647" y="7162"/>
                      <a:pt x="15782" y="6654"/>
                    </a:cubicBezTo>
                    <a:cubicBezTo>
                      <a:pt x="15841" y="6435"/>
                      <a:pt x="15711" y="6174"/>
                      <a:pt x="15481" y="6122"/>
                    </a:cubicBezTo>
                    <a:cubicBezTo>
                      <a:pt x="15446" y="6114"/>
                      <a:pt x="15411" y="6110"/>
                      <a:pt x="15376" y="6110"/>
                    </a:cubicBezTo>
                    <a:close/>
                    <a:moveTo>
                      <a:pt x="2845" y="7172"/>
                    </a:moveTo>
                    <a:cubicBezTo>
                      <a:pt x="2809" y="7172"/>
                      <a:pt x="2773" y="7177"/>
                      <a:pt x="2738" y="7188"/>
                    </a:cubicBezTo>
                    <a:cubicBezTo>
                      <a:pt x="2625" y="7225"/>
                      <a:pt x="2546" y="7291"/>
                      <a:pt x="2478" y="7388"/>
                    </a:cubicBezTo>
                    <a:cubicBezTo>
                      <a:pt x="2208" y="7773"/>
                      <a:pt x="1937" y="8157"/>
                      <a:pt x="1666" y="8542"/>
                    </a:cubicBezTo>
                    <a:cubicBezTo>
                      <a:pt x="1605" y="8629"/>
                      <a:pt x="1596" y="8775"/>
                      <a:pt x="1622" y="8874"/>
                    </a:cubicBezTo>
                    <a:cubicBezTo>
                      <a:pt x="1650" y="8975"/>
                      <a:pt x="1728" y="9085"/>
                      <a:pt x="1821" y="9134"/>
                    </a:cubicBezTo>
                    <a:cubicBezTo>
                      <a:pt x="1890" y="9169"/>
                      <a:pt x="1969" y="9193"/>
                      <a:pt x="2048" y="9193"/>
                    </a:cubicBezTo>
                    <a:cubicBezTo>
                      <a:pt x="2084" y="9193"/>
                      <a:pt x="2120" y="9188"/>
                      <a:pt x="2155" y="9177"/>
                    </a:cubicBezTo>
                    <a:cubicBezTo>
                      <a:pt x="2267" y="9141"/>
                      <a:pt x="2345" y="9075"/>
                      <a:pt x="2414" y="8979"/>
                    </a:cubicBezTo>
                    <a:cubicBezTo>
                      <a:pt x="2684" y="8593"/>
                      <a:pt x="2955" y="8209"/>
                      <a:pt x="3226" y="7824"/>
                    </a:cubicBezTo>
                    <a:cubicBezTo>
                      <a:pt x="3287" y="7738"/>
                      <a:pt x="3296" y="7589"/>
                      <a:pt x="3270" y="7491"/>
                    </a:cubicBezTo>
                    <a:cubicBezTo>
                      <a:pt x="3242" y="7391"/>
                      <a:pt x="3164" y="7281"/>
                      <a:pt x="3070" y="7232"/>
                    </a:cubicBezTo>
                    <a:cubicBezTo>
                      <a:pt x="3002" y="7196"/>
                      <a:pt x="2923" y="7172"/>
                      <a:pt x="2845" y="7172"/>
                    </a:cubicBezTo>
                    <a:close/>
                    <a:moveTo>
                      <a:pt x="17388" y="7866"/>
                    </a:moveTo>
                    <a:cubicBezTo>
                      <a:pt x="17310" y="7866"/>
                      <a:pt x="17230" y="7886"/>
                      <a:pt x="17168" y="7925"/>
                    </a:cubicBezTo>
                    <a:cubicBezTo>
                      <a:pt x="17075" y="7984"/>
                      <a:pt x="16994" y="8071"/>
                      <a:pt x="16970" y="8182"/>
                    </a:cubicBezTo>
                    <a:lnTo>
                      <a:pt x="16954" y="8297"/>
                    </a:lnTo>
                    <a:cubicBezTo>
                      <a:pt x="16954" y="8375"/>
                      <a:pt x="16974" y="8448"/>
                      <a:pt x="17012" y="8517"/>
                    </a:cubicBezTo>
                    <a:lnTo>
                      <a:pt x="17490" y="9599"/>
                    </a:lnTo>
                    <a:cubicBezTo>
                      <a:pt x="17529" y="9693"/>
                      <a:pt x="17654" y="9773"/>
                      <a:pt x="17747" y="9799"/>
                    </a:cubicBezTo>
                    <a:cubicBezTo>
                      <a:pt x="17782" y="9808"/>
                      <a:pt x="17821" y="9813"/>
                      <a:pt x="17861" y="9813"/>
                    </a:cubicBezTo>
                    <a:cubicBezTo>
                      <a:pt x="17939" y="9813"/>
                      <a:pt x="18020" y="9794"/>
                      <a:pt x="18080" y="9755"/>
                    </a:cubicBezTo>
                    <a:cubicBezTo>
                      <a:pt x="18173" y="9696"/>
                      <a:pt x="18253" y="9607"/>
                      <a:pt x="18280" y="9496"/>
                    </a:cubicBezTo>
                    <a:lnTo>
                      <a:pt x="18294" y="9383"/>
                    </a:lnTo>
                    <a:cubicBezTo>
                      <a:pt x="18294" y="9304"/>
                      <a:pt x="18276" y="9231"/>
                      <a:pt x="18235" y="9163"/>
                    </a:cubicBezTo>
                    <a:lnTo>
                      <a:pt x="17760" y="8081"/>
                    </a:lnTo>
                    <a:cubicBezTo>
                      <a:pt x="17719" y="7987"/>
                      <a:pt x="17594" y="7907"/>
                      <a:pt x="17501" y="7881"/>
                    </a:cubicBezTo>
                    <a:cubicBezTo>
                      <a:pt x="17466" y="7871"/>
                      <a:pt x="17427" y="7866"/>
                      <a:pt x="17388" y="7866"/>
                    </a:cubicBezTo>
                    <a:close/>
                    <a:moveTo>
                      <a:pt x="5756" y="8661"/>
                    </a:moveTo>
                    <a:cubicBezTo>
                      <a:pt x="5651" y="8661"/>
                      <a:pt x="5524" y="8708"/>
                      <a:pt x="5450" y="8788"/>
                    </a:cubicBezTo>
                    <a:cubicBezTo>
                      <a:pt x="5288" y="8965"/>
                      <a:pt x="5284" y="9224"/>
                      <a:pt x="5450" y="9399"/>
                    </a:cubicBezTo>
                    <a:lnTo>
                      <a:pt x="6327" y="10326"/>
                    </a:lnTo>
                    <a:cubicBezTo>
                      <a:pt x="6401" y="10406"/>
                      <a:pt x="6525" y="10454"/>
                      <a:pt x="6632" y="10454"/>
                    </a:cubicBezTo>
                    <a:cubicBezTo>
                      <a:pt x="6739" y="10454"/>
                      <a:pt x="6865" y="10406"/>
                      <a:pt x="6938" y="10326"/>
                    </a:cubicBezTo>
                    <a:cubicBezTo>
                      <a:pt x="7101" y="10150"/>
                      <a:pt x="7104" y="9891"/>
                      <a:pt x="6938" y="9716"/>
                    </a:cubicBezTo>
                    <a:cubicBezTo>
                      <a:pt x="6646" y="9406"/>
                      <a:pt x="6355" y="9096"/>
                      <a:pt x="6063" y="8788"/>
                    </a:cubicBezTo>
                    <a:cubicBezTo>
                      <a:pt x="5987" y="8708"/>
                      <a:pt x="5864" y="8661"/>
                      <a:pt x="5756" y="8661"/>
                    </a:cubicBezTo>
                    <a:close/>
                    <a:moveTo>
                      <a:pt x="9527" y="9337"/>
                    </a:moveTo>
                    <a:cubicBezTo>
                      <a:pt x="9524" y="9337"/>
                      <a:pt x="9520" y="9337"/>
                      <a:pt x="9516" y="9338"/>
                    </a:cubicBezTo>
                    <a:cubicBezTo>
                      <a:pt x="9404" y="9343"/>
                      <a:pt x="9288" y="9381"/>
                      <a:pt x="9210" y="9464"/>
                    </a:cubicBezTo>
                    <a:cubicBezTo>
                      <a:pt x="9137" y="9547"/>
                      <a:pt x="9076" y="9657"/>
                      <a:pt x="9083" y="9770"/>
                    </a:cubicBezTo>
                    <a:cubicBezTo>
                      <a:pt x="9108" y="10144"/>
                      <a:pt x="9132" y="10520"/>
                      <a:pt x="9158" y="10894"/>
                    </a:cubicBezTo>
                    <a:cubicBezTo>
                      <a:pt x="9166" y="11009"/>
                      <a:pt x="9201" y="11116"/>
                      <a:pt x="9286" y="11199"/>
                    </a:cubicBezTo>
                    <a:cubicBezTo>
                      <a:pt x="9357" y="11271"/>
                      <a:pt x="9471" y="11325"/>
                      <a:pt x="9574" y="11325"/>
                    </a:cubicBezTo>
                    <a:cubicBezTo>
                      <a:pt x="9579" y="11325"/>
                      <a:pt x="9584" y="11325"/>
                      <a:pt x="9589" y="11325"/>
                    </a:cubicBezTo>
                    <a:cubicBezTo>
                      <a:pt x="9703" y="11321"/>
                      <a:pt x="9818" y="11284"/>
                      <a:pt x="9896" y="11199"/>
                    </a:cubicBezTo>
                    <a:cubicBezTo>
                      <a:pt x="9972" y="11118"/>
                      <a:pt x="10031" y="11007"/>
                      <a:pt x="10024" y="10894"/>
                    </a:cubicBezTo>
                    <a:cubicBezTo>
                      <a:pt x="9998" y="10520"/>
                      <a:pt x="9973" y="10146"/>
                      <a:pt x="9949" y="9770"/>
                    </a:cubicBezTo>
                    <a:cubicBezTo>
                      <a:pt x="9941" y="9655"/>
                      <a:pt x="9905" y="9548"/>
                      <a:pt x="9823" y="9464"/>
                    </a:cubicBezTo>
                    <a:cubicBezTo>
                      <a:pt x="9749" y="9393"/>
                      <a:pt x="9631" y="9337"/>
                      <a:pt x="9527" y="9337"/>
                    </a:cubicBezTo>
                    <a:close/>
                    <a:moveTo>
                      <a:pt x="12694" y="9558"/>
                    </a:moveTo>
                    <a:cubicBezTo>
                      <a:pt x="12499" y="9558"/>
                      <a:pt x="12346" y="9682"/>
                      <a:pt x="12272" y="9873"/>
                    </a:cubicBezTo>
                    <a:cubicBezTo>
                      <a:pt x="12086" y="10366"/>
                      <a:pt x="11899" y="10860"/>
                      <a:pt x="11710" y="11355"/>
                    </a:cubicBezTo>
                    <a:cubicBezTo>
                      <a:pt x="11672" y="11453"/>
                      <a:pt x="11702" y="11599"/>
                      <a:pt x="11754" y="11688"/>
                    </a:cubicBezTo>
                    <a:cubicBezTo>
                      <a:pt x="11807" y="11778"/>
                      <a:pt x="11910" y="11862"/>
                      <a:pt x="12012" y="11886"/>
                    </a:cubicBezTo>
                    <a:cubicBezTo>
                      <a:pt x="12051" y="11895"/>
                      <a:pt x="12088" y="11899"/>
                      <a:pt x="12124" y="11899"/>
                    </a:cubicBezTo>
                    <a:cubicBezTo>
                      <a:pt x="12319" y="11899"/>
                      <a:pt x="12471" y="11775"/>
                      <a:pt x="12544" y="11584"/>
                    </a:cubicBezTo>
                    <a:cubicBezTo>
                      <a:pt x="12732" y="11090"/>
                      <a:pt x="12919" y="10597"/>
                      <a:pt x="13107" y="10102"/>
                    </a:cubicBezTo>
                    <a:cubicBezTo>
                      <a:pt x="13144" y="10002"/>
                      <a:pt x="13114" y="9856"/>
                      <a:pt x="13062" y="9769"/>
                    </a:cubicBezTo>
                    <a:cubicBezTo>
                      <a:pt x="13010" y="9679"/>
                      <a:pt x="12908" y="9595"/>
                      <a:pt x="12805" y="9571"/>
                    </a:cubicBezTo>
                    <a:cubicBezTo>
                      <a:pt x="12767" y="9562"/>
                      <a:pt x="12730" y="9558"/>
                      <a:pt x="12694" y="9558"/>
                    </a:cubicBezTo>
                    <a:close/>
                    <a:moveTo>
                      <a:pt x="4113" y="10566"/>
                    </a:moveTo>
                    <a:cubicBezTo>
                      <a:pt x="4040" y="10566"/>
                      <a:pt x="3964" y="10584"/>
                      <a:pt x="3891" y="10619"/>
                    </a:cubicBezTo>
                    <a:cubicBezTo>
                      <a:pt x="3427" y="10842"/>
                      <a:pt x="2963" y="11064"/>
                      <a:pt x="2499" y="11286"/>
                    </a:cubicBezTo>
                    <a:cubicBezTo>
                      <a:pt x="2407" y="11331"/>
                      <a:pt x="2328" y="11449"/>
                      <a:pt x="2301" y="11544"/>
                    </a:cubicBezTo>
                    <a:cubicBezTo>
                      <a:pt x="2273" y="11648"/>
                      <a:pt x="2286" y="11786"/>
                      <a:pt x="2345" y="11877"/>
                    </a:cubicBezTo>
                    <a:cubicBezTo>
                      <a:pt x="2434" y="12017"/>
                      <a:pt x="2568" y="12086"/>
                      <a:pt x="2712" y="12086"/>
                    </a:cubicBezTo>
                    <a:cubicBezTo>
                      <a:pt x="2786" y="12086"/>
                      <a:pt x="2862" y="12068"/>
                      <a:pt x="2937" y="12032"/>
                    </a:cubicBezTo>
                    <a:cubicBezTo>
                      <a:pt x="3400" y="11810"/>
                      <a:pt x="3864" y="11588"/>
                      <a:pt x="4327" y="11367"/>
                    </a:cubicBezTo>
                    <a:cubicBezTo>
                      <a:pt x="4419" y="11322"/>
                      <a:pt x="4498" y="11204"/>
                      <a:pt x="4525" y="11107"/>
                    </a:cubicBezTo>
                    <a:cubicBezTo>
                      <a:pt x="4554" y="11005"/>
                      <a:pt x="4542" y="10867"/>
                      <a:pt x="4481" y="10774"/>
                    </a:cubicBezTo>
                    <a:cubicBezTo>
                      <a:pt x="4392" y="10635"/>
                      <a:pt x="4257" y="10566"/>
                      <a:pt x="4113" y="10566"/>
                    </a:cubicBezTo>
                    <a:close/>
                    <a:moveTo>
                      <a:pt x="16098" y="10765"/>
                    </a:moveTo>
                    <a:cubicBezTo>
                      <a:pt x="15949" y="10765"/>
                      <a:pt x="15802" y="10833"/>
                      <a:pt x="15729" y="10975"/>
                    </a:cubicBezTo>
                    <a:cubicBezTo>
                      <a:pt x="15500" y="11415"/>
                      <a:pt x="15271" y="11854"/>
                      <a:pt x="15041" y="12293"/>
                    </a:cubicBezTo>
                    <a:cubicBezTo>
                      <a:pt x="14936" y="12494"/>
                      <a:pt x="14984" y="12773"/>
                      <a:pt x="15196" y="12885"/>
                    </a:cubicBezTo>
                    <a:cubicBezTo>
                      <a:pt x="15264" y="12921"/>
                      <a:pt x="15342" y="12939"/>
                      <a:pt x="15419" y="12939"/>
                    </a:cubicBezTo>
                    <a:cubicBezTo>
                      <a:pt x="15568" y="12939"/>
                      <a:pt x="15715" y="12871"/>
                      <a:pt x="15788" y="12731"/>
                    </a:cubicBezTo>
                    <a:lnTo>
                      <a:pt x="16475" y="11411"/>
                    </a:lnTo>
                    <a:cubicBezTo>
                      <a:pt x="16579" y="11211"/>
                      <a:pt x="16533" y="10931"/>
                      <a:pt x="16319" y="10819"/>
                    </a:cubicBezTo>
                    <a:cubicBezTo>
                      <a:pt x="16252" y="10784"/>
                      <a:pt x="16174" y="10765"/>
                      <a:pt x="16098" y="10765"/>
                    </a:cubicBezTo>
                    <a:close/>
                    <a:moveTo>
                      <a:pt x="17470" y="13186"/>
                    </a:moveTo>
                    <a:cubicBezTo>
                      <a:pt x="17389" y="13186"/>
                      <a:pt x="17302" y="13210"/>
                      <a:pt x="17241" y="13245"/>
                    </a:cubicBezTo>
                    <a:cubicBezTo>
                      <a:pt x="17151" y="13297"/>
                      <a:pt x="17066" y="13401"/>
                      <a:pt x="17042" y="13505"/>
                    </a:cubicBezTo>
                    <a:cubicBezTo>
                      <a:pt x="17016" y="13616"/>
                      <a:pt x="17022" y="13738"/>
                      <a:pt x="17085" y="13837"/>
                    </a:cubicBezTo>
                    <a:cubicBezTo>
                      <a:pt x="17150" y="13935"/>
                      <a:pt x="17233" y="13996"/>
                      <a:pt x="17344" y="14036"/>
                    </a:cubicBezTo>
                    <a:cubicBezTo>
                      <a:pt x="17677" y="14160"/>
                      <a:pt x="18010" y="14282"/>
                      <a:pt x="18342" y="14406"/>
                    </a:cubicBezTo>
                    <a:cubicBezTo>
                      <a:pt x="18374" y="14418"/>
                      <a:pt x="18410" y="14423"/>
                      <a:pt x="18447" y="14423"/>
                    </a:cubicBezTo>
                    <a:cubicBezTo>
                      <a:pt x="18528" y="14423"/>
                      <a:pt x="18615" y="14398"/>
                      <a:pt x="18676" y="14362"/>
                    </a:cubicBezTo>
                    <a:cubicBezTo>
                      <a:pt x="18765" y="14310"/>
                      <a:pt x="18851" y="14208"/>
                      <a:pt x="18874" y="14105"/>
                    </a:cubicBezTo>
                    <a:cubicBezTo>
                      <a:pt x="18900" y="13993"/>
                      <a:pt x="18894" y="13869"/>
                      <a:pt x="18831" y="13771"/>
                    </a:cubicBezTo>
                    <a:cubicBezTo>
                      <a:pt x="18766" y="13672"/>
                      <a:pt x="18683" y="13615"/>
                      <a:pt x="18572" y="13573"/>
                    </a:cubicBezTo>
                    <a:cubicBezTo>
                      <a:pt x="18241" y="13449"/>
                      <a:pt x="17906" y="13325"/>
                      <a:pt x="17574" y="13203"/>
                    </a:cubicBezTo>
                    <a:cubicBezTo>
                      <a:pt x="17543" y="13191"/>
                      <a:pt x="17507" y="13186"/>
                      <a:pt x="17470" y="13186"/>
                    </a:cubicBezTo>
                    <a:close/>
                    <a:moveTo>
                      <a:pt x="11435" y="13463"/>
                    </a:moveTo>
                    <a:cubicBezTo>
                      <a:pt x="11329" y="13463"/>
                      <a:pt x="11203" y="13509"/>
                      <a:pt x="11130" y="13589"/>
                    </a:cubicBezTo>
                    <a:cubicBezTo>
                      <a:pt x="11054" y="13671"/>
                      <a:pt x="10999" y="13779"/>
                      <a:pt x="11003" y="13894"/>
                    </a:cubicBezTo>
                    <a:cubicBezTo>
                      <a:pt x="11009" y="14007"/>
                      <a:pt x="11047" y="14121"/>
                      <a:pt x="11130" y="14201"/>
                    </a:cubicBezTo>
                    <a:lnTo>
                      <a:pt x="11851" y="14883"/>
                    </a:lnTo>
                    <a:cubicBezTo>
                      <a:pt x="11932" y="14960"/>
                      <a:pt x="12042" y="15008"/>
                      <a:pt x="12156" y="15008"/>
                    </a:cubicBezTo>
                    <a:cubicBezTo>
                      <a:pt x="12263" y="15008"/>
                      <a:pt x="12389" y="14961"/>
                      <a:pt x="12462" y="14883"/>
                    </a:cubicBezTo>
                    <a:cubicBezTo>
                      <a:pt x="12537" y="14800"/>
                      <a:pt x="12594" y="14691"/>
                      <a:pt x="12589" y="14576"/>
                    </a:cubicBezTo>
                    <a:cubicBezTo>
                      <a:pt x="12583" y="14462"/>
                      <a:pt x="12547" y="14351"/>
                      <a:pt x="12462" y="14271"/>
                    </a:cubicBezTo>
                    <a:cubicBezTo>
                      <a:pt x="12222" y="14043"/>
                      <a:pt x="11982" y="13816"/>
                      <a:pt x="11741" y="13589"/>
                    </a:cubicBezTo>
                    <a:cubicBezTo>
                      <a:pt x="11660" y="13511"/>
                      <a:pt x="11550" y="13463"/>
                      <a:pt x="11435" y="13463"/>
                    </a:cubicBezTo>
                    <a:close/>
                    <a:moveTo>
                      <a:pt x="492" y="12958"/>
                    </a:moveTo>
                    <a:cubicBezTo>
                      <a:pt x="421" y="12958"/>
                      <a:pt x="350" y="12977"/>
                      <a:pt x="286" y="13019"/>
                    </a:cubicBezTo>
                    <a:cubicBezTo>
                      <a:pt x="96" y="13142"/>
                      <a:pt x="0" y="13407"/>
                      <a:pt x="131" y="13611"/>
                    </a:cubicBezTo>
                    <a:cubicBezTo>
                      <a:pt x="432" y="14081"/>
                      <a:pt x="734" y="14555"/>
                      <a:pt x="1035" y="15025"/>
                    </a:cubicBezTo>
                    <a:cubicBezTo>
                      <a:pt x="1118" y="15155"/>
                      <a:pt x="1269" y="15240"/>
                      <a:pt x="1421" y="15240"/>
                    </a:cubicBezTo>
                    <a:cubicBezTo>
                      <a:pt x="1491" y="15240"/>
                      <a:pt x="1562" y="15222"/>
                      <a:pt x="1627" y="15181"/>
                    </a:cubicBezTo>
                    <a:cubicBezTo>
                      <a:pt x="1816" y="15057"/>
                      <a:pt x="1912" y="14793"/>
                      <a:pt x="1781" y="14589"/>
                    </a:cubicBezTo>
                    <a:cubicBezTo>
                      <a:pt x="1480" y="14117"/>
                      <a:pt x="1178" y="13646"/>
                      <a:pt x="877" y="13175"/>
                    </a:cubicBezTo>
                    <a:cubicBezTo>
                      <a:pt x="795" y="13044"/>
                      <a:pt x="644" y="12958"/>
                      <a:pt x="492" y="12958"/>
                    </a:cubicBezTo>
                    <a:close/>
                    <a:moveTo>
                      <a:pt x="8653" y="13226"/>
                    </a:moveTo>
                    <a:cubicBezTo>
                      <a:pt x="8505" y="13226"/>
                      <a:pt x="8363" y="13299"/>
                      <a:pt x="8278" y="13436"/>
                    </a:cubicBezTo>
                    <a:cubicBezTo>
                      <a:pt x="8037" y="13824"/>
                      <a:pt x="7797" y="14212"/>
                      <a:pt x="7558" y="14599"/>
                    </a:cubicBezTo>
                    <a:cubicBezTo>
                      <a:pt x="7437" y="14791"/>
                      <a:pt x="7510" y="15084"/>
                      <a:pt x="7713" y="15189"/>
                    </a:cubicBezTo>
                    <a:cubicBezTo>
                      <a:pt x="7783" y="15227"/>
                      <a:pt x="7858" y="15245"/>
                      <a:pt x="7932" y="15245"/>
                    </a:cubicBezTo>
                    <a:cubicBezTo>
                      <a:pt x="8079" y="15245"/>
                      <a:pt x="8219" y="15172"/>
                      <a:pt x="8304" y="15036"/>
                    </a:cubicBezTo>
                    <a:cubicBezTo>
                      <a:pt x="8545" y="14648"/>
                      <a:pt x="8785" y="14260"/>
                      <a:pt x="9026" y="13873"/>
                    </a:cubicBezTo>
                    <a:cubicBezTo>
                      <a:pt x="9145" y="13681"/>
                      <a:pt x="9073" y="13388"/>
                      <a:pt x="8871" y="13280"/>
                    </a:cubicBezTo>
                    <a:cubicBezTo>
                      <a:pt x="8801" y="13243"/>
                      <a:pt x="8726" y="13226"/>
                      <a:pt x="8653" y="13226"/>
                    </a:cubicBezTo>
                    <a:close/>
                    <a:moveTo>
                      <a:pt x="5171" y="14238"/>
                    </a:moveTo>
                    <a:cubicBezTo>
                      <a:pt x="5101" y="14238"/>
                      <a:pt x="5032" y="14257"/>
                      <a:pt x="4969" y="14299"/>
                    </a:cubicBezTo>
                    <a:cubicBezTo>
                      <a:pt x="4580" y="14565"/>
                      <a:pt x="4190" y="14829"/>
                      <a:pt x="3801" y="15093"/>
                    </a:cubicBezTo>
                    <a:cubicBezTo>
                      <a:pt x="3707" y="15157"/>
                      <a:pt x="3632" y="15240"/>
                      <a:pt x="3601" y="15351"/>
                    </a:cubicBezTo>
                    <a:cubicBezTo>
                      <a:pt x="3573" y="15455"/>
                      <a:pt x="3587" y="15592"/>
                      <a:pt x="3645" y="15685"/>
                    </a:cubicBezTo>
                    <a:cubicBezTo>
                      <a:pt x="3728" y="15812"/>
                      <a:pt x="3881" y="15902"/>
                      <a:pt x="4034" y="15902"/>
                    </a:cubicBezTo>
                    <a:cubicBezTo>
                      <a:pt x="4104" y="15902"/>
                      <a:pt x="4174" y="15883"/>
                      <a:pt x="4237" y="15840"/>
                    </a:cubicBezTo>
                    <a:cubicBezTo>
                      <a:pt x="4626" y="15576"/>
                      <a:pt x="5015" y="15311"/>
                      <a:pt x="5405" y="15047"/>
                    </a:cubicBezTo>
                    <a:cubicBezTo>
                      <a:pt x="5499" y="14982"/>
                      <a:pt x="5572" y="14899"/>
                      <a:pt x="5603" y="14788"/>
                    </a:cubicBezTo>
                    <a:cubicBezTo>
                      <a:pt x="5632" y="14686"/>
                      <a:pt x="5618" y="14547"/>
                      <a:pt x="5561" y="14455"/>
                    </a:cubicBezTo>
                    <a:cubicBezTo>
                      <a:pt x="5478" y="14328"/>
                      <a:pt x="5324" y="14238"/>
                      <a:pt x="5171" y="14238"/>
                    </a:cubicBezTo>
                    <a:close/>
                    <a:moveTo>
                      <a:pt x="15481" y="14560"/>
                    </a:moveTo>
                    <a:cubicBezTo>
                      <a:pt x="15445" y="14560"/>
                      <a:pt x="15409" y="14565"/>
                      <a:pt x="15375" y="14576"/>
                    </a:cubicBezTo>
                    <a:cubicBezTo>
                      <a:pt x="15271" y="14610"/>
                      <a:pt x="15165" y="14675"/>
                      <a:pt x="15115" y="14774"/>
                    </a:cubicBezTo>
                    <a:cubicBezTo>
                      <a:pt x="14956" y="15096"/>
                      <a:pt x="14795" y="15415"/>
                      <a:pt x="14635" y="15737"/>
                    </a:cubicBezTo>
                    <a:cubicBezTo>
                      <a:pt x="14583" y="15841"/>
                      <a:pt x="14559" y="15954"/>
                      <a:pt x="14592" y="16070"/>
                    </a:cubicBezTo>
                    <a:cubicBezTo>
                      <a:pt x="14620" y="16170"/>
                      <a:pt x="14697" y="16278"/>
                      <a:pt x="14791" y="16327"/>
                    </a:cubicBezTo>
                    <a:cubicBezTo>
                      <a:pt x="14860" y="16364"/>
                      <a:pt x="14939" y="16388"/>
                      <a:pt x="15017" y="16388"/>
                    </a:cubicBezTo>
                    <a:cubicBezTo>
                      <a:pt x="15053" y="16388"/>
                      <a:pt x="15088" y="16383"/>
                      <a:pt x="15123" y="16372"/>
                    </a:cubicBezTo>
                    <a:cubicBezTo>
                      <a:pt x="15227" y="16339"/>
                      <a:pt x="15332" y="16273"/>
                      <a:pt x="15382" y="16173"/>
                    </a:cubicBezTo>
                    <a:cubicBezTo>
                      <a:pt x="15542" y="15852"/>
                      <a:pt x="15702" y="15532"/>
                      <a:pt x="15862" y="15211"/>
                    </a:cubicBezTo>
                    <a:cubicBezTo>
                      <a:pt x="15914" y="15106"/>
                      <a:pt x="15938" y="14994"/>
                      <a:pt x="15906" y="14878"/>
                    </a:cubicBezTo>
                    <a:cubicBezTo>
                      <a:pt x="15878" y="14777"/>
                      <a:pt x="15800" y="14669"/>
                      <a:pt x="15708" y="14621"/>
                    </a:cubicBezTo>
                    <a:cubicBezTo>
                      <a:pt x="15638" y="14584"/>
                      <a:pt x="15559" y="14560"/>
                      <a:pt x="15481" y="145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1" name="Google Shape;1201;p160"/>
            <p:cNvGrpSpPr/>
            <p:nvPr/>
          </p:nvGrpSpPr>
          <p:grpSpPr>
            <a:xfrm flipH="1">
              <a:off x="7300088" y="3387158"/>
              <a:ext cx="895527" cy="969047"/>
              <a:chOff x="947375" y="2671640"/>
              <a:chExt cx="585044" cy="633116"/>
            </a:xfrm>
          </p:grpSpPr>
          <p:sp>
            <p:nvSpPr>
              <p:cNvPr id="1202" name="Google Shape;1202;p160"/>
              <p:cNvSpPr/>
              <p:nvPr/>
            </p:nvSpPr>
            <p:spPr>
              <a:xfrm>
                <a:off x="968706" y="2817726"/>
                <a:ext cx="522742" cy="471380"/>
              </a:xfrm>
              <a:custGeom>
                <a:rect b="b" l="l" r="r" t="t"/>
                <a:pathLst>
                  <a:path extrusionOk="0" h="16175" w="17939">
                    <a:moveTo>
                      <a:pt x="1" y="0"/>
                    </a:moveTo>
                    <a:lnTo>
                      <a:pt x="1" y="16174"/>
                    </a:lnTo>
                    <a:lnTo>
                      <a:pt x="17939" y="16174"/>
                    </a:lnTo>
                    <a:lnTo>
                      <a:pt x="1793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160"/>
              <p:cNvSpPr/>
              <p:nvPr/>
            </p:nvSpPr>
            <p:spPr>
              <a:xfrm>
                <a:off x="947375" y="2810528"/>
                <a:ext cx="585044" cy="494228"/>
              </a:xfrm>
              <a:custGeom>
                <a:rect b="b" l="l" r="r" t="t"/>
                <a:pathLst>
                  <a:path extrusionOk="0" h="16959" w="20077">
                    <a:moveTo>
                      <a:pt x="9677" y="0"/>
                    </a:moveTo>
                    <a:cubicBezTo>
                      <a:pt x="9605" y="0"/>
                      <a:pt x="9534" y="46"/>
                      <a:pt x="9536" y="139"/>
                    </a:cubicBezTo>
                    <a:cubicBezTo>
                      <a:pt x="9561" y="2893"/>
                      <a:pt x="9574" y="5016"/>
                      <a:pt x="9602" y="7770"/>
                    </a:cubicBezTo>
                    <a:cubicBezTo>
                      <a:pt x="7915" y="7961"/>
                      <a:pt x="6227" y="8154"/>
                      <a:pt x="4539" y="8343"/>
                    </a:cubicBezTo>
                    <a:cubicBezTo>
                      <a:pt x="3089" y="8509"/>
                      <a:pt x="1637" y="8674"/>
                      <a:pt x="185" y="8838"/>
                    </a:cubicBezTo>
                    <a:cubicBezTo>
                      <a:pt x="8" y="8859"/>
                      <a:pt x="1" y="9127"/>
                      <a:pt x="166" y="9127"/>
                    </a:cubicBezTo>
                    <a:cubicBezTo>
                      <a:pt x="172" y="9127"/>
                      <a:pt x="178" y="9127"/>
                      <a:pt x="185" y="9126"/>
                    </a:cubicBezTo>
                    <a:lnTo>
                      <a:pt x="7861" y="8256"/>
                    </a:lnTo>
                    <a:cubicBezTo>
                      <a:pt x="8443" y="8190"/>
                      <a:pt x="9023" y="8123"/>
                      <a:pt x="9605" y="8057"/>
                    </a:cubicBezTo>
                    <a:cubicBezTo>
                      <a:pt x="9622" y="9708"/>
                      <a:pt x="9639" y="11361"/>
                      <a:pt x="9654" y="13013"/>
                    </a:cubicBezTo>
                    <a:cubicBezTo>
                      <a:pt x="9668" y="14281"/>
                      <a:pt x="9681" y="15550"/>
                      <a:pt x="9692" y="16819"/>
                    </a:cubicBezTo>
                    <a:cubicBezTo>
                      <a:pt x="9693" y="16912"/>
                      <a:pt x="9766" y="16958"/>
                      <a:pt x="9838" y="16958"/>
                    </a:cubicBezTo>
                    <a:cubicBezTo>
                      <a:pt x="9911" y="16958"/>
                      <a:pt x="9982" y="16912"/>
                      <a:pt x="9982" y="16819"/>
                    </a:cubicBezTo>
                    <a:cubicBezTo>
                      <a:pt x="9951" y="13887"/>
                      <a:pt x="9921" y="10956"/>
                      <a:pt x="9892" y="8026"/>
                    </a:cubicBezTo>
                    <a:lnTo>
                      <a:pt x="15535" y="7385"/>
                    </a:lnTo>
                    <a:cubicBezTo>
                      <a:pt x="16988" y="7220"/>
                      <a:pt x="18440" y="7054"/>
                      <a:pt x="19892" y="6890"/>
                    </a:cubicBezTo>
                    <a:cubicBezTo>
                      <a:pt x="20069" y="6870"/>
                      <a:pt x="20076" y="6601"/>
                      <a:pt x="19911" y="6601"/>
                    </a:cubicBezTo>
                    <a:cubicBezTo>
                      <a:pt x="19905" y="6601"/>
                      <a:pt x="19899" y="6601"/>
                      <a:pt x="19892" y="6602"/>
                    </a:cubicBezTo>
                    <a:lnTo>
                      <a:pt x="12217" y="7473"/>
                    </a:lnTo>
                    <a:cubicBezTo>
                      <a:pt x="11441" y="7560"/>
                      <a:pt x="10666" y="7648"/>
                      <a:pt x="9890" y="7738"/>
                    </a:cubicBezTo>
                    <a:cubicBezTo>
                      <a:pt x="9875" y="6263"/>
                      <a:pt x="9861" y="4789"/>
                      <a:pt x="9845" y="3316"/>
                    </a:cubicBezTo>
                    <a:cubicBezTo>
                      <a:pt x="9833" y="2046"/>
                      <a:pt x="9835" y="1408"/>
                      <a:pt x="9823" y="139"/>
                    </a:cubicBezTo>
                    <a:cubicBezTo>
                      <a:pt x="9822" y="47"/>
                      <a:pt x="9749" y="0"/>
                      <a:pt x="96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160"/>
              <p:cNvSpPr/>
              <p:nvPr/>
            </p:nvSpPr>
            <p:spPr>
              <a:xfrm>
                <a:off x="1102956" y="2671640"/>
                <a:ext cx="306145" cy="203677"/>
              </a:xfrm>
              <a:custGeom>
                <a:rect b="b" l="l" r="r" t="t"/>
                <a:pathLst>
                  <a:path extrusionOk="0" h="6989" w="10506">
                    <a:moveTo>
                      <a:pt x="1139" y="609"/>
                    </a:moveTo>
                    <a:cubicBezTo>
                      <a:pt x="1207" y="609"/>
                      <a:pt x="1274" y="615"/>
                      <a:pt x="1340" y="628"/>
                    </a:cubicBezTo>
                    <a:cubicBezTo>
                      <a:pt x="2086" y="771"/>
                      <a:pt x="2598" y="1605"/>
                      <a:pt x="2974" y="2195"/>
                    </a:cubicBezTo>
                    <a:cubicBezTo>
                      <a:pt x="3446" y="2939"/>
                      <a:pt x="3811" y="3741"/>
                      <a:pt x="4071" y="4580"/>
                    </a:cubicBezTo>
                    <a:cubicBezTo>
                      <a:pt x="3432" y="4287"/>
                      <a:pt x="2820" y="3937"/>
                      <a:pt x="2249" y="3525"/>
                    </a:cubicBezTo>
                    <a:cubicBezTo>
                      <a:pt x="1917" y="3287"/>
                      <a:pt x="1601" y="3030"/>
                      <a:pt x="1299" y="2756"/>
                    </a:cubicBezTo>
                    <a:cubicBezTo>
                      <a:pt x="1015" y="2497"/>
                      <a:pt x="706" y="2226"/>
                      <a:pt x="499" y="1897"/>
                    </a:cubicBezTo>
                    <a:cubicBezTo>
                      <a:pt x="299" y="1584"/>
                      <a:pt x="204" y="1134"/>
                      <a:pt x="500" y="846"/>
                    </a:cubicBezTo>
                    <a:cubicBezTo>
                      <a:pt x="666" y="684"/>
                      <a:pt x="905" y="609"/>
                      <a:pt x="1139" y="609"/>
                    </a:cubicBezTo>
                    <a:close/>
                    <a:moveTo>
                      <a:pt x="5460" y="288"/>
                    </a:moveTo>
                    <a:cubicBezTo>
                      <a:pt x="5900" y="288"/>
                      <a:pt x="6313" y="701"/>
                      <a:pt x="6418" y="1144"/>
                    </a:cubicBezTo>
                    <a:cubicBezTo>
                      <a:pt x="6580" y="1827"/>
                      <a:pt x="6266" y="2577"/>
                      <a:pt x="5923" y="3156"/>
                    </a:cubicBezTo>
                    <a:cubicBezTo>
                      <a:pt x="5546" y="3789"/>
                      <a:pt x="5019" y="4322"/>
                      <a:pt x="4394" y="4710"/>
                    </a:cubicBezTo>
                    <a:cubicBezTo>
                      <a:pt x="4391" y="4708"/>
                      <a:pt x="4388" y="4707"/>
                      <a:pt x="4387" y="4705"/>
                    </a:cubicBezTo>
                    <a:cubicBezTo>
                      <a:pt x="4394" y="4682"/>
                      <a:pt x="4397" y="4656"/>
                      <a:pt x="4388" y="4625"/>
                    </a:cubicBezTo>
                    <a:cubicBezTo>
                      <a:pt x="4194" y="3880"/>
                      <a:pt x="4142" y="3100"/>
                      <a:pt x="4250" y="2336"/>
                    </a:cubicBezTo>
                    <a:cubicBezTo>
                      <a:pt x="4304" y="1958"/>
                      <a:pt x="4394" y="1581"/>
                      <a:pt x="4522" y="1221"/>
                    </a:cubicBezTo>
                    <a:cubicBezTo>
                      <a:pt x="4623" y="940"/>
                      <a:pt x="4769" y="639"/>
                      <a:pt x="5008" y="451"/>
                    </a:cubicBezTo>
                    <a:cubicBezTo>
                      <a:pt x="5154" y="337"/>
                      <a:pt x="5309" y="288"/>
                      <a:pt x="5460" y="288"/>
                    </a:cubicBezTo>
                    <a:close/>
                    <a:moveTo>
                      <a:pt x="7734" y="3907"/>
                    </a:moveTo>
                    <a:cubicBezTo>
                      <a:pt x="8404" y="3907"/>
                      <a:pt x="9083" y="4062"/>
                      <a:pt x="9568" y="4540"/>
                    </a:cubicBezTo>
                    <a:cubicBezTo>
                      <a:pt x="9849" y="4814"/>
                      <a:pt x="10037" y="5183"/>
                      <a:pt x="10030" y="5583"/>
                    </a:cubicBezTo>
                    <a:cubicBezTo>
                      <a:pt x="10023" y="5959"/>
                      <a:pt x="9846" y="6346"/>
                      <a:pt x="9510" y="6540"/>
                    </a:cubicBezTo>
                    <a:cubicBezTo>
                      <a:pt x="9299" y="6662"/>
                      <a:pt x="9058" y="6704"/>
                      <a:pt x="8814" y="6704"/>
                    </a:cubicBezTo>
                    <a:cubicBezTo>
                      <a:pt x="8602" y="6704"/>
                      <a:pt x="8388" y="6673"/>
                      <a:pt x="8189" y="6635"/>
                    </a:cubicBezTo>
                    <a:cubicBezTo>
                      <a:pt x="7767" y="6558"/>
                      <a:pt x="7353" y="6443"/>
                      <a:pt x="6951" y="6295"/>
                    </a:cubicBezTo>
                    <a:cubicBezTo>
                      <a:pt x="6097" y="5979"/>
                      <a:pt x="5305" y="5502"/>
                      <a:pt x="4619" y="4905"/>
                    </a:cubicBezTo>
                    <a:cubicBezTo>
                      <a:pt x="5336" y="4412"/>
                      <a:pt x="6155" y="4081"/>
                      <a:pt x="7017" y="3960"/>
                    </a:cubicBezTo>
                    <a:cubicBezTo>
                      <a:pt x="7248" y="3928"/>
                      <a:pt x="7491" y="3907"/>
                      <a:pt x="7734" y="3907"/>
                    </a:cubicBezTo>
                    <a:close/>
                    <a:moveTo>
                      <a:pt x="5469" y="0"/>
                    </a:moveTo>
                    <a:cubicBezTo>
                      <a:pt x="5397" y="0"/>
                      <a:pt x="5324" y="8"/>
                      <a:pt x="5250" y="23"/>
                    </a:cubicBezTo>
                    <a:cubicBezTo>
                      <a:pt x="4505" y="184"/>
                      <a:pt x="4225" y="1089"/>
                      <a:pt x="4073" y="1730"/>
                    </a:cubicBezTo>
                    <a:cubicBezTo>
                      <a:pt x="3947" y="2258"/>
                      <a:pt x="3896" y="2801"/>
                      <a:pt x="3916" y="3341"/>
                    </a:cubicBezTo>
                    <a:cubicBezTo>
                      <a:pt x="3725" y="2913"/>
                      <a:pt x="3506" y="2500"/>
                      <a:pt x="3255" y="2104"/>
                    </a:cubicBezTo>
                    <a:cubicBezTo>
                      <a:pt x="2835" y="1435"/>
                      <a:pt x="2284" y="559"/>
                      <a:pt x="1460" y="359"/>
                    </a:cubicBezTo>
                    <a:cubicBezTo>
                      <a:pt x="1361" y="335"/>
                      <a:pt x="1258" y="324"/>
                      <a:pt x="1156" y="324"/>
                    </a:cubicBezTo>
                    <a:cubicBezTo>
                      <a:pt x="573" y="324"/>
                      <a:pt x="1" y="702"/>
                      <a:pt x="22" y="1350"/>
                    </a:cubicBezTo>
                    <a:cubicBezTo>
                      <a:pt x="38" y="1780"/>
                      <a:pt x="287" y="2143"/>
                      <a:pt x="572" y="2448"/>
                    </a:cubicBezTo>
                    <a:cubicBezTo>
                      <a:pt x="878" y="2776"/>
                      <a:pt x="1213" y="3078"/>
                      <a:pt x="1560" y="3359"/>
                    </a:cubicBezTo>
                    <a:cubicBezTo>
                      <a:pt x="2350" y="4001"/>
                      <a:pt x="3223" y="4531"/>
                      <a:pt x="4156" y="4936"/>
                    </a:cubicBezTo>
                    <a:cubicBezTo>
                      <a:pt x="4174" y="4945"/>
                      <a:pt x="4192" y="4948"/>
                      <a:pt x="4210" y="4948"/>
                    </a:cubicBezTo>
                    <a:cubicBezTo>
                      <a:pt x="4219" y="4948"/>
                      <a:pt x="4227" y="4947"/>
                      <a:pt x="4235" y="4946"/>
                    </a:cubicBezTo>
                    <a:cubicBezTo>
                      <a:pt x="4955" y="5616"/>
                      <a:pt x="5791" y="6146"/>
                      <a:pt x="6706" y="6509"/>
                    </a:cubicBezTo>
                    <a:cubicBezTo>
                      <a:pt x="7170" y="6692"/>
                      <a:pt x="7651" y="6831"/>
                      <a:pt x="8141" y="6919"/>
                    </a:cubicBezTo>
                    <a:cubicBezTo>
                      <a:pt x="8359" y="6959"/>
                      <a:pt x="8585" y="6989"/>
                      <a:pt x="8809" y="6989"/>
                    </a:cubicBezTo>
                    <a:cubicBezTo>
                      <a:pt x="9065" y="6989"/>
                      <a:pt x="9318" y="6950"/>
                      <a:pt x="9554" y="6841"/>
                    </a:cubicBezTo>
                    <a:cubicBezTo>
                      <a:pt x="10355" y="6471"/>
                      <a:pt x="10505" y="5415"/>
                      <a:pt x="10072" y="4712"/>
                    </a:cubicBezTo>
                    <a:cubicBezTo>
                      <a:pt x="9578" y="3905"/>
                      <a:pt x="8621" y="3621"/>
                      <a:pt x="7720" y="3621"/>
                    </a:cubicBezTo>
                    <a:cubicBezTo>
                      <a:pt x="7677" y="3621"/>
                      <a:pt x="7633" y="3622"/>
                      <a:pt x="7590" y="3623"/>
                    </a:cubicBezTo>
                    <a:cubicBezTo>
                      <a:pt x="6914" y="3644"/>
                      <a:pt x="6245" y="3792"/>
                      <a:pt x="5618" y="4043"/>
                    </a:cubicBezTo>
                    <a:cubicBezTo>
                      <a:pt x="5798" y="3841"/>
                      <a:pt x="5970" y="3627"/>
                      <a:pt x="6114" y="3398"/>
                    </a:cubicBezTo>
                    <a:cubicBezTo>
                      <a:pt x="6523" y="2745"/>
                      <a:pt x="6863" y="1910"/>
                      <a:pt x="6710" y="1127"/>
                    </a:cubicBezTo>
                    <a:cubicBezTo>
                      <a:pt x="6595" y="542"/>
                      <a:pt x="6079" y="0"/>
                      <a:pt x="54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05" name="Google Shape;1205;p160"/>
            <p:cNvSpPr/>
            <p:nvPr/>
          </p:nvSpPr>
          <p:spPr>
            <a:xfrm flipH="1" rot="-6147428">
              <a:off x="6469883" y="3074038"/>
              <a:ext cx="258138" cy="283502"/>
            </a:xfrm>
            <a:custGeom>
              <a:rect b="b" l="l" r="r" t="t"/>
              <a:pathLst>
                <a:path extrusionOk="0" h="8383" w="7633">
                  <a:moveTo>
                    <a:pt x="6872" y="1"/>
                  </a:moveTo>
                  <a:cubicBezTo>
                    <a:pt x="6115" y="1"/>
                    <a:pt x="6113" y="1179"/>
                    <a:pt x="6872" y="1179"/>
                  </a:cubicBezTo>
                  <a:cubicBezTo>
                    <a:pt x="6873" y="1179"/>
                    <a:pt x="6873" y="1179"/>
                    <a:pt x="6874" y="1179"/>
                  </a:cubicBezTo>
                  <a:cubicBezTo>
                    <a:pt x="7631" y="1179"/>
                    <a:pt x="7632" y="1"/>
                    <a:pt x="6872" y="1"/>
                  </a:cubicBezTo>
                  <a:close/>
                  <a:moveTo>
                    <a:pt x="759" y="1966"/>
                  </a:moveTo>
                  <a:cubicBezTo>
                    <a:pt x="2" y="1966"/>
                    <a:pt x="0" y="3144"/>
                    <a:pt x="759" y="3144"/>
                  </a:cubicBezTo>
                  <a:cubicBezTo>
                    <a:pt x="1518" y="3144"/>
                    <a:pt x="1520" y="1966"/>
                    <a:pt x="759" y="1966"/>
                  </a:cubicBezTo>
                  <a:close/>
                  <a:moveTo>
                    <a:pt x="4034" y="3276"/>
                  </a:moveTo>
                  <a:cubicBezTo>
                    <a:pt x="3277" y="3276"/>
                    <a:pt x="3275" y="4454"/>
                    <a:pt x="4034" y="4454"/>
                  </a:cubicBezTo>
                  <a:cubicBezTo>
                    <a:pt x="4792" y="4454"/>
                    <a:pt x="4793" y="3276"/>
                    <a:pt x="4034" y="3276"/>
                  </a:cubicBezTo>
                  <a:close/>
                  <a:moveTo>
                    <a:pt x="979" y="7206"/>
                  </a:moveTo>
                  <a:cubicBezTo>
                    <a:pt x="221" y="7206"/>
                    <a:pt x="218" y="8382"/>
                    <a:pt x="979" y="8382"/>
                  </a:cubicBezTo>
                  <a:cubicBezTo>
                    <a:pt x="1736" y="8382"/>
                    <a:pt x="1738" y="7206"/>
                    <a:pt x="979" y="72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6" name="Google Shape;1206;p160"/>
          <p:cNvSpPr/>
          <p:nvPr/>
        </p:nvSpPr>
        <p:spPr>
          <a:xfrm rot="6584380">
            <a:off x="6430093" y="805243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60"/>
          <p:cNvSpPr txBox="1"/>
          <p:nvPr>
            <p:ph type="title"/>
          </p:nvPr>
        </p:nvSpPr>
        <p:spPr>
          <a:xfrm>
            <a:off x="1264633" y="1261612"/>
            <a:ext cx="11631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61"/>
          <p:cNvSpPr txBox="1"/>
          <p:nvPr/>
        </p:nvSpPr>
        <p:spPr>
          <a:xfrm>
            <a:off x="476250" y="2857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60">
                <a:solidFill>
                  <a:srgbClr val="0B2239"/>
                </a:solidFill>
                <a:latin typeface="Martel"/>
                <a:ea typeface="Martel"/>
                <a:cs typeface="Martel"/>
                <a:sym typeface="Martel"/>
              </a:rPr>
              <a:t>Market Insight: Revenue Concentration</a:t>
            </a:r>
            <a:endParaRPr b="1" sz="3060">
              <a:solidFill>
                <a:srgbClr val="0B2239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sp>
        <p:nvSpPr>
          <p:cNvPr id="1213" name="Google Shape;1213;p161"/>
          <p:cNvSpPr/>
          <p:nvPr/>
        </p:nvSpPr>
        <p:spPr>
          <a:xfrm>
            <a:off x="1389600" y="799200"/>
            <a:ext cx="6674400" cy="2959200"/>
          </a:xfrm>
          <a:prstGeom prst="roundRect">
            <a:avLst>
              <a:gd fmla="val 31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4" name="Google Shape;1214;p161"/>
          <p:cNvGrpSpPr/>
          <p:nvPr/>
        </p:nvGrpSpPr>
        <p:grpSpPr>
          <a:xfrm>
            <a:off x="476251" y="3833403"/>
            <a:ext cx="2657189" cy="974442"/>
            <a:chOff x="-274141" y="4043395"/>
            <a:chExt cx="2857500" cy="1047900"/>
          </a:xfrm>
        </p:grpSpPr>
        <p:sp>
          <p:nvSpPr>
            <p:cNvPr id="1215" name="Google Shape;1215;p161"/>
            <p:cNvSpPr/>
            <p:nvPr/>
          </p:nvSpPr>
          <p:spPr>
            <a:xfrm>
              <a:off x="-274141" y="4043395"/>
              <a:ext cx="2857500" cy="1047900"/>
            </a:xfrm>
            <a:prstGeom prst="roundRect">
              <a:avLst>
                <a:gd fmla="val 10909" name="adj"/>
              </a:avLst>
            </a:prstGeom>
            <a:solidFill>
              <a:srgbClr val="F0FDF4"/>
            </a:solidFill>
            <a:ln cap="flat" cmpd="sng" w="8850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61"/>
            <p:cNvSpPr txBox="1"/>
            <p:nvPr/>
          </p:nvSpPr>
          <p:spPr>
            <a:xfrm>
              <a:off x="-131266" y="4186270"/>
              <a:ext cx="2571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6">
                  <a:solidFill>
                    <a:srgbClr val="15803D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High Concentration</a:t>
              </a:r>
              <a:endParaRPr b="1" sz="1116">
                <a:solidFill>
                  <a:srgbClr val="15803D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279"/>
                </a:spcBef>
                <a:spcAft>
                  <a:spcPts val="0"/>
                </a:spcAft>
                <a:buNone/>
              </a:pPr>
              <a:r>
                <a:rPr lang="en" sz="1023">
                  <a:solidFill>
                    <a:srgbClr val="166534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12/26 categories generate </a:t>
              </a:r>
              <a:r>
                <a:rPr b="1" lang="en" sz="1023">
                  <a:solidFill>
                    <a:srgbClr val="166534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76.64%</a:t>
              </a:r>
              <a:r>
                <a:rPr lang="en" sz="1023">
                  <a:solidFill>
                    <a:srgbClr val="166534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of total revenue (</a:t>
              </a:r>
              <a:r>
                <a:rPr b="1" lang="en" sz="1023">
                  <a:solidFill>
                    <a:srgbClr val="166534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$6.2M</a:t>
              </a:r>
              <a:r>
                <a:rPr lang="en" sz="1023">
                  <a:solidFill>
                    <a:srgbClr val="166534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).</a:t>
              </a:r>
              <a:endParaRPr sz="1023">
                <a:solidFill>
                  <a:srgbClr val="166534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217" name="Google Shape;1217;p161"/>
          <p:cNvGrpSpPr/>
          <p:nvPr/>
        </p:nvGrpSpPr>
        <p:grpSpPr>
          <a:xfrm>
            <a:off x="3305108" y="3833253"/>
            <a:ext cx="2436019" cy="974408"/>
            <a:chOff x="2768055" y="3948290"/>
            <a:chExt cx="2857500" cy="1143000"/>
          </a:xfrm>
        </p:grpSpPr>
        <p:sp>
          <p:nvSpPr>
            <p:cNvPr id="1218" name="Google Shape;1218;p161"/>
            <p:cNvSpPr/>
            <p:nvPr/>
          </p:nvSpPr>
          <p:spPr>
            <a:xfrm>
              <a:off x="2768055" y="3948290"/>
              <a:ext cx="2857500" cy="1143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81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84"/>
            </a:p>
          </p:txBody>
        </p:sp>
        <p:sp>
          <p:nvSpPr>
            <p:cNvPr id="1219" name="Google Shape;1219;p161"/>
            <p:cNvSpPr txBox="1"/>
            <p:nvPr/>
          </p:nvSpPr>
          <p:spPr>
            <a:xfrm>
              <a:off x="2910930" y="4091165"/>
              <a:ext cx="2571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3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Value-Driven:</a:t>
              </a:r>
              <a:r>
                <a:rPr lang="en" sz="853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Outerwear &amp; Coats ($995K, 6,499 orders).</a:t>
              </a:r>
              <a:endParaRPr sz="853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512"/>
                </a:spcBef>
                <a:spcAft>
                  <a:spcPts val="0"/>
                </a:spcAft>
                <a:buNone/>
              </a:pPr>
              <a:r>
                <a:rPr b="1" lang="en" sz="853">
                  <a:solidFill>
                    <a:srgbClr val="0B223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Volume-Driven:</a:t>
              </a:r>
              <a:r>
                <a:rPr lang="en" sz="853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Jeans (9.3K orders) &amp; Intimates (9.2K orders, $36 AOV).</a:t>
              </a:r>
              <a:endParaRPr sz="853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220" name="Google Shape;1220;p161"/>
          <p:cNvGrpSpPr/>
          <p:nvPr/>
        </p:nvGrpSpPr>
        <p:grpSpPr>
          <a:xfrm>
            <a:off x="6010537" y="3833251"/>
            <a:ext cx="2436019" cy="974407"/>
            <a:chOff x="5810250" y="3524250"/>
            <a:chExt cx="2857500" cy="1143000"/>
          </a:xfrm>
        </p:grpSpPr>
        <p:sp>
          <p:nvSpPr>
            <p:cNvPr id="1221" name="Google Shape;1221;p161"/>
            <p:cNvSpPr/>
            <p:nvPr/>
          </p:nvSpPr>
          <p:spPr>
            <a:xfrm>
              <a:off x="5810250" y="3524250"/>
              <a:ext cx="2857500" cy="1143000"/>
            </a:xfrm>
            <a:prstGeom prst="roundRect">
              <a:avLst>
                <a:gd fmla="val 10000" name="adj"/>
              </a:avLst>
            </a:prstGeom>
            <a:solidFill>
              <a:srgbClr val="FEF2F2"/>
            </a:solidFill>
            <a:ln cap="flat" cmpd="sng" w="8125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1"/>
            <p:cNvSpPr txBox="1"/>
            <p:nvPr/>
          </p:nvSpPr>
          <p:spPr>
            <a:xfrm>
              <a:off x="5953125" y="3667125"/>
              <a:ext cx="2571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3">
                  <a:solidFill>
                    <a:srgbClr val="B91C1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Seasonality Risk</a:t>
              </a:r>
              <a:endParaRPr b="1" sz="853">
                <a:solidFill>
                  <a:srgbClr val="B91C1C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256"/>
                </a:spcBef>
                <a:spcAft>
                  <a:spcPts val="0"/>
                </a:spcAft>
                <a:buNone/>
              </a:pPr>
              <a:r>
                <a:rPr lang="en" sz="853">
                  <a:solidFill>
                    <a:srgbClr val="991B1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Revenue is primarily seasonal (cold weather). Swimwear shows potential for summer growth.</a:t>
              </a:r>
              <a:endParaRPr sz="853">
                <a:solidFill>
                  <a:srgbClr val="991B1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1223" name="Google Shape;1223;p161" title="Ảnh chụp màn hình 2026-05-18 1346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450" y="857250"/>
            <a:ext cx="6480824" cy="274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62"/>
          <p:cNvSpPr txBox="1"/>
          <p:nvPr/>
        </p:nvSpPr>
        <p:spPr>
          <a:xfrm>
            <a:off x="476250" y="2857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2239"/>
                </a:solidFill>
                <a:latin typeface="Martel"/>
                <a:ea typeface="Martel"/>
                <a:cs typeface="Martel"/>
                <a:sym typeface="Martel"/>
              </a:rPr>
              <a:t>Revenue Trends by Key Categories</a:t>
            </a:r>
            <a:endParaRPr b="1" sz="2800">
              <a:solidFill>
                <a:srgbClr val="0B2239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pic>
        <p:nvPicPr>
          <p:cNvPr id="1229" name="Google Shape;1229;p162"/>
          <p:cNvPicPr preferRelativeResize="0"/>
          <p:nvPr/>
        </p:nvPicPr>
        <p:blipFill rotWithShape="1">
          <a:blip r:embed="rId4">
            <a:alphaModFix/>
          </a:blip>
          <a:srcRect b="0" l="554" r="564" t="0"/>
          <a:stretch/>
        </p:blipFill>
        <p:spPr>
          <a:xfrm>
            <a:off x="4572000" y="1047750"/>
            <a:ext cx="40959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62"/>
          <p:cNvSpPr/>
          <p:nvPr/>
        </p:nvSpPr>
        <p:spPr>
          <a:xfrm>
            <a:off x="4429125" y="952500"/>
            <a:ext cx="4381500" cy="3048000"/>
          </a:xfrm>
          <a:prstGeom prst="roundRect">
            <a:avLst>
              <a:gd fmla="val 3750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1" name="Google Shape;1231;p162"/>
          <p:cNvGrpSpPr/>
          <p:nvPr/>
        </p:nvGrpSpPr>
        <p:grpSpPr>
          <a:xfrm>
            <a:off x="476250" y="1047750"/>
            <a:ext cx="3810000" cy="1047900"/>
            <a:chOff x="476250" y="1047750"/>
            <a:chExt cx="3810000" cy="1047900"/>
          </a:xfrm>
        </p:grpSpPr>
        <p:sp>
          <p:nvSpPr>
            <p:cNvPr id="1232" name="Google Shape;1232;p162"/>
            <p:cNvSpPr/>
            <p:nvPr/>
          </p:nvSpPr>
          <p:spPr>
            <a:xfrm>
              <a:off x="476250" y="1047750"/>
              <a:ext cx="3810000" cy="1047900"/>
            </a:xfrm>
            <a:prstGeom prst="roundRect">
              <a:avLst>
                <a:gd fmla="val 10908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2"/>
            <p:cNvSpPr txBox="1"/>
            <p:nvPr/>
          </p:nvSpPr>
          <p:spPr>
            <a:xfrm>
              <a:off x="619125" y="1143000"/>
              <a:ext cx="35244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369A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1. Strategic "Tri-pillar" Structure</a:t>
              </a:r>
              <a:endParaRPr b="1" sz="1100">
                <a:solidFill>
                  <a:srgbClr val="0369A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100">
                  <a:solidFill>
                    <a:srgbClr val="434343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Resilient revenue model driven by synergy between Jeans, Outerwear, and Swimwear.</a:t>
              </a:r>
              <a:endParaRPr b="0" sz="1100">
                <a:solidFill>
                  <a:srgbClr val="434343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234" name="Google Shape;1234;p162"/>
          <p:cNvGrpSpPr/>
          <p:nvPr/>
        </p:nvGrpSpPr>
        <p:grpSpPr>
          <a:xfrm>
            <a:off x="476250" y="2238375"/>
            <a:ext cx="3810000" cy="1190700"/>
            <a:chOff x="476250" y="2238375"/>
            <a:chExt cx="3810000" cy="1190700"/>
          </a:xfrm>
        </p:grpSpPr>
        <p:sp>
          <p:nvSpPr>
            <p:cNvPr id="1235" name="Google Shape;1235;p162"/>
            <p:cNvSpPr/>
            <p:nvPr/>
          </p:nvSpPr>
          <p:spPr>
            <a:xfrm>
              <a:off x="476250" y="2238375"/>
              <a:ext cx="3810000" cy="1190700"/>
            </a:xfrm>
            <a:prstGeom prst="roundRect">
              <a:avLst>
                <a:gd fmla="val 9600" name="adj"/>
              </a:avLst>
            </a:prstGeom>
            <a:solidFill>
              <a:srgbClr val="F5F3FF"/>
            </a:solidFill>
            <a:ln cap="flat" cmpd="sng" w="9525">
              <a:solidFill>
                <a:srgbClr val="DDD6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2"/>
            <p:cNvSpPr txBox="1"/>
            <p:nvPr/>
          </p:nvSpPr>
          <p:spPr>
            <a:xfrm>
              <a:off x="619125" y="2333625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D28D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2. Jeans: Non-seasonal Anchor</a:t>
              </a:r>
              <a:endParaRPr b="1" sz="1100">
                <a:solidFill>
                  <a:srgbClr val="6D28D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D28D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Remarkably flat revenue ($45K-$55K monthly) provides a reliable baseline cash flow.</a:t>
              </a:r>
              <a:endParaRPr b="0" sz="1100">
                <a:solidFill>
                  <a:srgbClr val="6D28D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n" sz="1100">
                  <a:solidFill>
                    <a:srgbClr val="6D28D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Value: </a:t>
              </a:r>
              <a:r>
                <a:rPr b="0" lang="en" sz="1100">
                  <a:solidFill>
                    <a:srgbClr val="6D28D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Backbone of platform stability.</a:t>
              </a:r>
              <a:endParaRPr b="1" sz="1100">
                <a:solidFill>
                  <a:srgbClr val="6D28D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237" name="Google Shape;1237;p162"/>
          <p:cNvGrpSpPr/>
          <p:nvPr/>
        </p:nvGrpSpPr>
        <p:grpSpPr>
          <a:xfrm>
            <a:off x="476250" y="3571875"/>
            <a:ext cx="3810000" cy="1190700"/>
            <a:chOff x="476250" y="3571875"/>
            <a:chExt cx="3810000" cy="1190700"/>
          </a:xfrm>
        </p:grpSpPr>
        <p:sp>
          <p:nvSpPr>
            <p:cNvPr id="1238" name="Google Shape;1238;p162"/>
            <p:cNvSpPr/>
            <p:nvPr/>
          </p:nvSpPr>
          <p:spPr>
            <a:xfrm>
              <a:off x="476250" y="3571875"/>
              <a:ext cx="3810000" cy="1190700"/>
            </a:xfrm>
            <a:prstGeom prst="roundRect">
              <a:avLst>
                <a:gd fmla="val 9600" name="adj"/>
              </a:avLst>
            </a:prstGeom>
            <a:solidFill>
              <a:srgbClr val="FFF7ED"/>
            </a:solidFill>
            <a:ln cap="flat" cmpd="sng" w="9525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2"/>
            <p:cNvSpPr txBox="1"/>
            <p:nvPr/>
          </p:nvSpPr>
          <p:spPr>
            <a:xfrm>
              <a:off x="619125" y="3667125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C2410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3. Seasonal Hedging</a:t>
              </a:r>
              <a:endParaRPr b="1" sz="1100">
                <a:solidFill>
                  <a:srgbClr val="C2410C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100">
                  <a:solidFill>
                    <a:srgbClr val="C2410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Perfect inverse correlation: Outerwear peaks in Winter while Swimwear fills the mid-year gap.</a:t>
              </a:r>
              <a:endParaRPr b="0" sz="1100">
                <a:solidFill>
                  <a:srgbClr val="C2410C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sp>
        <p:nvSpPr>
          <p:cNvPr id="1240" name="Google Shape;1240;p162"/>
          <p:cNvSpPr txBox="1"/>
          <p:nvPr/>
        </p:nvSpPr>
        <p:spPr>
          <a:xfrm>
            <a:off x="4572000" y="4048125"/>
            <a:ext cx="4095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Quicksand"/>
                <a:ea typeface="Quicksand"/>
                <a:cs typeface="Quicksand"/>
                <a:sym typeface="Quicksand"/>
              </a:rPr>
              <a:t>Monthly Revenue Trends ($) by Core Product Category</a:t>
            </a:r>
            <a:endParaRPr b="0" sz="1000">
              <a:solidFill>
                <a:srgbClr val="64748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63"/>
          <p:cNvSpPr/>
          <p:nvPr/>
        </p:nvSpPr>
        <p:spPr>
          <a:xfrm>
            <a:off x="893450" y="1385900"/>
            <a:ext cx="7180800" cy="2068200"/>
          </a:xfrm>
          <a:prstGeom prst="roundRect">
            <a:avLst>
              <a:gd fmla="val 9941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63"/>
          <p:cNvSpPr txBox="1"/>
          <p:nvPr>
            <p:ph idx="1" type="subTitle"/>
          </p:nvPr>
        </p:nvSpPr>
        <p:spPr>
          <a:xfrm>
            <a:off x="1070450" y="1500300"/>
            <a:ext cx="6826800" cy="1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12121"/>
                </a:solidFill>
              </a:rPr>
              <a:t>DECODING THE "LEAKY BUCKET" SYNDROME:</a:t>
            </a:r>
            <a:r>
              <a:rPr lang="en" sz="3000"/>
              <a:t> </a:t>
            </a:r>
            <a:r>
              <a:rPr lang="en" sz="2100"/>
              <a:t>WHEN MARKETING FOCUSES ON "HUNTING" BUT NEGLECTS "FARMING"</a:t>
            </a:r>
            <a:r>
              <a:rPr lang="en" sz="3000"/>
              <a:t> </a:t>
            </a:r>
            <a:endParaRPr sz="3000"/>
          </a:p>
        </p:txBody>
      </p:sp>
      <p:sp>
        <p:nvSpPr>
          <p:cNvPr id="1247" name="Google Shape;1247;p163"/>
          <p:cNvSpPr/>
          <p:nvPr/>
        </p:nvSpPr>
        <p:spPr>
          <a:xfrm>
            <a:off x="795358" y="348500"/>
            <a:ext cx="1359300" cy="825300"/>
          </a:xfrm>
          <a:prstGeom prst="roundRect">
            <a:avLst>
              <a:gd fmla="val 83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8" name="Google Shape;1248;p163"/>
          <p:cNvGrpSpPr/>
          <p:nvPr/>
        </p:nvGrpSpPr>
        <p:grpSpPr>
          <a:xfrm>
            <a:off x="-140019" y="3660205"/>
            <a:ext cx="2391383" cy="2016227"/>
            <a:chOff x="6039344" y="2586726"/>
            <a:chExt cx="2391383" cy="2016227"/>
          </a:xfrm>
        </p:grpSpPr>
        <p:sp>
          <p:nvSpPr>
            <p:cNvPr id="1249" name="Google Shape;1249;p163"/>
            <p:cNvSpPr/>
            <p:nvPr/>
          </p:nvSpPr>
          <p:spPr>
            <a:xfrm flipH="1">
              <a:off x="6039361" y="3887375"/>
              <a:ext cx="1119224" cy="329213"/>
            </a:xfrm>
            <a:custGeom>
              <a:rect b="b" l="l" r="r" t="t"/>
              <a:pathLst>
                <a:path extrusionOk="0" h="9735" w="33096">
                  <a:moveTo>
                    <a:pt x="2420" y="1"/>
                  </a:moveTo>
                  <a:cubicBezTo>
                    <a:pt x="1085" y="1"/>
                    <a:pt x="1" y="1081"/>
                    <a:pt x="1" y="2417"/>
                  </a:cubicBezTo>
                  <a:lnTo>
                    <a:pt x="1" y="7319"/>
                  </a:lnTo>
                  <a:cubicBezTo>
                    <a:pt x="1" y="8653"/>
                    <a:pt x="1085" y="9734"/>
                    <a:pt x="2420" y="9734"/>
                  </a:cubicBezTo>
                  <a:lnTo>
                    <a:pt x="30681" y="9734"/>
                  </a:lnTo>
                  <a:cubicBezTo>
                    <a:pt x="32016" y="9734"/>
                    <a:pt x="33095" y="8653"/>
                    <a:pt x="33095" y="7319"/>
                  </a:cubicBezTo>
                  <a:lnTo>
                    <a:pt x="33095" y="2417"/>
                  </a:lnTo>
                  <a:cubicBezTo>
                    <a:pt x="33095" y="1081"/>
                    <a:pt x="32016" y="1"/>
                    <a:pt x="306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3"/>
            <p:cNvSpPr/>
            <p:nvPr/>
          </p:nvSpPr>
          <p:spPr>
            <a:xfrm flipH="1">
              <a:off x="6039344" y="2884269"/>
              <a:ext cx="1298604" cy="932158"/>
            </a:xfrm>
            <a:custGeom>
              <a:rect b="b" l="l" r="r" t="t"/>
              <a:pathLst>
                <a:path extrusionOk="0" h="31059" w="33096">
                  <a:moveTo>
                    <a:pt x="2420" y="0"/>
                  </a:moveTo>
                  <a:cubicBezTo>
                    <a:pt x="1085" y="0"/>
                    <a:pt x="1" y="1083"/>
                    <a:pt x="1" y="2419"/>
                  </a:cubicBezTo>
                  <a:lnTo>
                    <a:pt x="1" y="28643"/>
                  </a:lnTo>
                  <a:cubicBezTo>
                    <a:pt x="1" y="29977"/>
                    <a:pt x="1085" y="31058"/>
                    <a:pt x="2420" y="31058"/>
                  </a:cubicBezTo>
                  <a:lnTo>
                    <a:pt x="30681" y="31058"/>
                  </a:lnTo>
                  <a:cubicBezTo>
                    <a:pt x="32016" y="31058"/>
                    <a:pt x="33095" y="29977"/>
                    <a:pt x="33095" y="28643"/>
                  </a:cubicBezTo>
                  <a:lnTo>
                    <a:pt x="33095" y="2419"/>
                  </a:lnTo>
                  <a:cubicBezTo>
                    <a:pt x="33095" y="1083"/>
                    <a:pt x="32016" y="0"/>
                    <a:pt x="30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3"/>
            <p:cNvSpPr/>
            <p:nvPr/>
          </p:nvSpPr>
          <p:spPr>
            <a:xfrm flipH="1">
              <a:off x="7419178" y="2586726"/>
              <a:ext cx="1011549" cy="1481133"/>
            </a:xfrm>
            <a:custGeom>
              <a:rect b="b" l="l" r="r" t="t"/>
              <a:pathLst>
                <a:path extrusionOk="0" h="39786" w="29912">
                  <a:moveTo>
                    <a:pt x="2420" y="0"/>
                  </a:moveTo>
                  <a:cubicBezTo>
                    <a:pt x="1086" y="0"/>
                    <a:pt x="1" y="1085"/>
                    <a:pt x="1" y="2419"/>
                  </a:cubicBezTo>
                  <a:lnTo>
                    <a:pt x="1" y="37370"/>
                  </a:lnTo>
                  <a:cubicBezTo>
                    <a:pt x="1" y="38704"/>
                    <a:pt x="1086" y="39785"/>
                    <a:pt x="2420" y="39785"/>
                  </a:cubicBezTo>
                  <a:lnTo>
                    <a:pt x="27497" y="39785"/>
                  </a:lnTo>
                  <a:cubicBezTo>
                    <a:pt x="28831" y="39785"/>
                    <a:pt x="29911" y="38704"/>
                    <a:pt x="29911" y="37370"/>
                  </a:cubicBezTo>
                  <a:lnTo>
                    <a:pt x="29911" y="2419"/>
                  </a:lnTo>
                  <a:cubicBezTo>
                    <a:pt x="29911" y="1085"/>
                    <a:pt x="28831" y="0"/>
                    <a:pt x="2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2" name="Google Shape;1252;p163"/>
            <p:cNvGrpSpPr/>
            <p:nvPr/>
          </p:nvGrpSpPr>
          <p:grpSpPr>
            <a:xfrm flipH="1">
              <a:off x="6432429" y="3085999"/>
              <a:ext cx="1186682" cy="1516954"/>
              <a:chOff x="1259630" y="2290550"/>
              <a:chExt cx="777999" cy="994659"/>
            </a:xfrm>
          </p:grpSpPr>
          <p:sp>
            <p:nvSpPr>
              <p:cNvPr id="1253" name="Google Shape;1253;p163"/>
              <p:cNvSpPr/>
              <p:nvPr/>
            </p:nvSpPr>
            <p:spPr>
              <a:xfrm>
                <a:off x="1259630" y="2593309"/>
                <a:ext cx="777999" cy="691900"/>
              </a:xfrm>
              <a:custGeom>
                <a:rect b="b" l="l" r="r" t="t"/>
                <a:pathLst>
                  <a:path extrusionOk="0" h="20042" w="22536">
                    <a:moveTo>
                      <a:pt x="5119" y="1"/>
                    </a:moveTo>
                    <a:lnTo>
                      <a:pt x="1" y="20042"/>
                    </a:lnTo>
                    <a:lnTo>
                      <a:pt x="22535" y="20042"/>
                    </a:lnTo>
                    <a:lnTo>
                      <a:pt x="174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163"/>
              <p:cNvSpPr/>
              <p:nvPr/>
            </p:nvSpPr>
            <p:spPr>
              <a:xfrm>
                <a:off x="1465658" y="2290550"/>
                <a:ext cx="367216" cy="376917"/>
              </a:xfrm>
              <a:custGeom>
                <a:rect b="b" l="l" r="r" t="t"/>
                <a:pathLst>
                  <a:path extrusionOk="0" h="10918" w="10637">
                    <a:moveTo>
                      <a:pt x="5339" y="1"/>
                    </a:moveTo>
                    <a:cubicBezTo>
                      <a:pt x="4715" y="1"/>
                      <a:pt x="4091" y="118"/>
                      <a:pt x="3501" y="359"/>
                    </a:cubicBezTo>
                    <a:cubicBezTo>
                      <a:pt x="2033" y="957"/>
                      <a:pt x="909" y="2241"/>
                      <a:pt x="517" y="3776"/>
                    </a:cubicBezTo>
                    <a:cubicBezTo>
                      <a:pt x="1" y="5791"/>
                      <a:pt x="608" y="7824"/>
                      <a:pt x="1291" y="9725"/>
                    </a:cubicBezTo>
                    <a:lnTo>
                      <a:pt x="1087" y="9522"/>
                    </a:lnTo>
                    <a:cubicBezTo>
                      <a:pt x="1058" y="9492"/>
                      <a:pt x="1024" y="9480"/>
                      <a:pt x="992" y="9480"/>
                    </a:cubicBezTo>
                    <a:cubicBezTo>
                      <a:pt x="880" y="9480"/>
                      <a:pt x="780" y="9625"/>
                      <a:pt x="884" y="9727"/>
                    </a:cubicBezTo>
                    <a:lnTo>
                      <a:pt x="1356" y="10199"/>
                    </a:lnTo>
                    <a:lnTo>
                      <a:pt x="884" y="10671"/>
                    </a:lnTo>
                    <a:cubicBezTo>
                      <a:pt x="780" y="10771"/>
                      <a:pt x="880" y="10917"/>
                      <a:pt x="991" y="10917"/>
                    </a:cubicBezTo>
                    <a:cubicBezTo>
                      <a:pt x="1024" y="10917"/>
                      <a:pt x="1058" y="10905"/>
                      <a:pt x="1087" y="10875"/>
                    </a:cubicBezTo>
                    <a:lnTo>
                      <a:pt x="1561" y="10403"/>
                    </a:lnTo>
                    <a:lnTo>
                      <a:pt x="2031" y="10875"/>
                    </a:lnTo>
                    <a:cubicBezTo>
                      <a:pt x="2060" y="10905"/>
                      <a:pt x="2094" y="10917"/>
                      <a:pt x="2127" y="10917"/>
                    </a:cubicBezTo>
                    <a:cubicBezTo>
                      <a:pt x="2238" y="10917"/>
                      <a:pt x="2338" y="10771"/>
                      <a:pt x="2236" y="10671"/>
                    </a:cubicBezTo>
                    <a:lnTo>
                      <a:pt x="1762" y="10199"/>
                    </a:lnTo>
                    <a:lnTo>
                      <a:pt x="2236" y="9727"/>
                    </a:lnTo>
                    <a:cubicBezTo>
                      <a:pt x="2338" y="9625"/>
                      <a:pt x="2238" y="9480"/>
                      <a:pt x="2126" y="9480"/>
                    </a:cubicBezTo>
                    <a:cubicBezTo>
                      <a:pt x="2094" y="9480"/>
                      <a:pt x="2060" y="9492"/>
                      <a:pt x="2031" y="9522"/>
                    </a:cubicBezTo>
                    <a:lnTo>
                      <a:pt x="1658" y="9897"/>
                    </a:lnTo>
                    <a:cubicBezTo>
                      <a:pt x="1041" y="8203"/>
                      <a:pt x="442" y="6422"/>
                      <a:pt x="656" y="4596"/>
                    </a:cubicBezTo>
                    <a:cubicBezTo>
                      <a:pt x="841" y="3014"/>
                      <a:pt x="1727" y="1621"/>
                      <a:pt x="3133" y="852"/>
                    </a:cubicBezTo>
                    <a:cubicBezTo>
                      <a:pt x="3822" y="475"/>
                      <a:pt x="4583" y="289"/>
                      <a:pt x="5346" y="289"/>
                    </a:cubicBezTo>
                    <a:cubicBezTo>
                      <a:pt x="6054" y="289"/>
                      <a:pt x="6763" y="449"/>
                      <a:pt x="7418" y="765"/>
                    </a:cubicBezTo>
                    <a:cubicBezTo>
                      <a:pt x="8877" y="1468"/>
                      <a:pt x="9792" y="2856"/>
                      <a:pt x="10092" y="4426"/>
                    </a:cubicBezTo>
                    <a:cubicBezTo>
                      <a:pt x="10453" y="6320"/>
                      <a:pt x="9917" y="8227"/>
                      <a:pt x="9129" y="9946"/>
                    </a:cubicBezTo>
                    <a:lnTo>
                      <a:pt x="8704" y="9522"/>
                    </a:lnTo>
                    <a:cubicBezTo>
                      <a:pt x="8675" y="9492"/>
                      <a:pt x="8641" y="9480"/>
                      <a:pt x="8609" y="9480"/>
                    </a:cubicBezTo>
                    <a:cubicBezTo>
                      <a:pt x="8497" y="9480"/>
                      <a:pt x="8397" y="9625"/>
                      <a:pt x="8500" y="9727"/>
                    </a:cubicBezTo>
                    <a:lnTo>
                      <a:pt x="8973" y="10199"/>
                    </a:lnTo>
                    <a:lnTo>
                      <a:pt x="8500" y="10671"/>
                    </a:lnTo>
                    <a:cubicBezTo>
                      <a:pt x="8397" y="10771"/>
                      <a:pt x="8497" y="10917"/>
                      <a:pt x="8608" y="10917"/>
                    </a:cubicBezTo>
                    <a:cubicBezTo>
                      <a:pt x="8641" y="10917"/>
                      <a:pt x="8674" y="10905"/>
                      <a:pt x="8704" y="10875"/>
                    </a:cubicBezTo>
                    <a:lnTo>
                      <a:pt x="9178" y="10403"/>
                    </a:lnTo>
                    <a:lnTo>
                      <a:pt x="9649" y="10875"/>
                    </a:lnTo>
                    <a:cubicBezTo>
                      <a:pt x="9678" y="10905"/>
                      <a:pt x="9712" y="10917"/>
                      <a:pt x="9744" y="10917"/>
                    </a:cubicBezTo>
                    <a:cubicBezTo>
                      <a:pt x="9855" y="10917"/>
                      <a:pt x="9955" y="10771"/>
                      <a:pt x="9853" y="10671"/>
                    </a:cubicBezTo>
                    <a:lnTo>
                      <a:pt x="9379" y="10199"/>
                    </a:lnTo>
                    <a:lnTo>
                      <a:pt x="9853" y="9727"/>
                    </a:lnTo>
                    <a:cubicBezTo>
                      <a:pt x="9955" y="9625"/>
                      <a:pt x="9855" y="9480"/>
                      <a:pt x="9744" y="9480"/>
                    </a:cubicBezTo>
                    <a:cubicBezTo>
                      <a:pt x="9711" y="9480"/>
                      <a:pt x="9678" y="9492"/>
                      <a:pt x="9649" y="9522"/>
                    </a:cubicBezTo>
                    <a:lnTo>
                      <a:pt x="9617" y="9552"/>
                    </a:lnTo>
                    <a:cubicBezTo>
                      <a:pt x="10242" y="8060"/>
                      <a:pt x="10637" y="6453"/>
                      <a:pt x="10444" y="4828"/>
                    </a:cubicBezTo>
                    <a:cubicBezTo>
                      <a:pt x="10250" y="3185"/>
                      <a:pt x="9431" y="1632"/>
                      <a:pt x="7996" y="754"/>
                    </a:cubicBezTo>
                    <a:cubicBezTo>
                      <a:pt x="7191" y="259"/>
                      <a:pt x="6266" y="1"/>
                      <a:pt x="53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163"/>
              <p:cNvSpPr/>
              <p:nvPr/>
            </p:nvSpPr>
            <p:spPr>
              <a:xfrm>
                <a:off x="1305648" y="2698290"/>
                <a:ext cx="652475" cy="565789"/>
              </a:xfrm>
              <a:custGeom>
                <a:rect b="b" l="l" r="r" t="t"/>
                <a:pathLst>
                  <a:path extrusionOk="0" h="16389" w="18900">
                    <a:moveTo>
                      <a:pt x="12509" y="540"/>
                    </a:moveTo>
                    <a:cubicBezTo>
                      <a:pt x="12410" y="540"/>
                      <a:pt x="12291" y="601"/>
                      <a:pt x="12225" y="668"/>
                    </a:cubicBezTo>
                    <a:cubicBezTo>
                      <a:pt x="12150" y="744"/>
                      <a:pt x="12094" y="866"/>
                      <a:pt x="12098" y="973"/>
                    </a:cubicBezTo>
                    <a:cubicBezTo>
                      <a:pt x="12104" y="1085"/>
                      <a:pt x="12140" y="1202"/>
                      <a:pt x="12225" y="1279"/>
                    </a:cubicBezTo>
                    <a:cubicBezTo>
                      <a:pt x="12315" y="1361"/>
                      <a:pt x="12412" y="1395"/>
                      <a:pt x="12531" y="1406"/>
                    </a:cubicBezTo>
                    <a:lnTo>
                      <a:pt x="13654" y="1513"/>
                    </a:lnTo>
                    <a:cubicBezTo>
                      <a:pt x="13661" y="1513"/>
                      <a:pt x="13668" y="1514"/>
                      <a:pt x="13676" y="1514"/>
                    </a:cubicBezTo>
                    <a:cubicBezTo>
                      <a:pt x="13776" y="1514"/>
                      <a:pt x="13894" y="1453"/>
                      <a:pt x="13959" y="1386"/>
                    </a:cubicBezTo>
                    <a:cubicBezTo>
                      <a:pt x="14034" y="1312"/>
                      <a:pt x="14091" y="1188"/>
                      <a:pt x="14087" y="1080"/>
                    </a:cubicBezTo>
                    <a:cubicBezTo>
                      <a:pt x="14081" y="967"/>
                      <a:pt x="14045" y="852"/>
                      <a:pt x="13959" y="773"/>
                    </a:cubicBezTo>
                    <a:cubicBezTo>
                      <a:pt x="13871" y="693"/>
                      <a:pt x="13774" y="658"/>
                      <a:pt x="13654" y="648"/>
                    </a:cubicBezTo>
                    <a:lnTo>
                      <a:pt x="12531" y="541"/>
                    </a:lnTo>
                    <a:cubicBezTo>
                      <a:pt x="12524" y="541"/>
                      <a:pt x="12517" y="540"/>
                      <a:pt x="12509" y="540"/>
                    </a:cubicBezTo>
                    <a:close/>
                    <a:moveTo>
                      <a:pt x="9217" y="0"/>
                    </a:moveTo>
                    <a:cubicBezTo>
                      <a:pt x="9111" y="0"/>
                      <a:pt x="8985" y="48"/>
                      <a:pt x="8910" y="127"/>
                    </a:cubicBezTo>
                    <a:cubicBezTo>
                      <a:pt x="8836" y="208"/>
                      <a:pt x="8780" y="317"/>
                      <a:pt x="8785" y="432"/>
                    </a:cubicBezTo>
                    <a:cubicBezTo>
                      <a:pt x="8789" y="546"/>
                      <a:pt x="8827" y="658"/>
                      <a:pt x="8910" y="738"/>
                    </a:cubicBezTo>
                    <a:cubicBezTo>
                      <a:pt x="9232" y="1045"/>
                      <a:pt x="9553" y="1352"/>
                      <a:pt x="9875" y="1659"/>
                    </a:cubicBezTo>
                    <a:cubicBezTo>
                      <a:pt x="9956" y="1736"/>
                      <a:pt x="10067" y="1785"/>
                      <a:pt x="10181" y="1785"/>
                    </a:cubicBezTo>
                    <a:cubicBezTo>
                      <a:pt x="10286" y="1785"/>
                      <a:pt x="10413" y="1738"/>
                      <a:pt x="10486" y="1659"/>
                    </a:cubicBezTo>
                    <a:cubicBezTo>
                      <a:pt x="10562" y="1576"/>
                      <a:pt x="10617" y="1466"/>
                      <a:pt x="10612" y="1352"/>
                    </a:cubicBezTo>
                    <a:cubicBezTo>
                      <a:pt x="10607" y="1240"/>
                      <a:pt x="10570" y="1126"/>
                      <a:pt x="10486" y="1049"/>
                    </a:cubicBezTo>
                    <a:cubicBezTo>
                      <a:pt x="10165" y="741"/>
                      <a:pt x="9844" y="433"/>
                      <a:pt x="9522" y="127"/>
                    </a:cubicBezTo>
                    <a:cubicBezTo>
                      <a:pt x="9442" y="49"/>
                      <a:pt x="9331" y="0"/>
                      <a:pt x="9217" y="0"/>
                    </a:cubicBezTo>
                    <a:close/>
                    <a:moveTo>
                      <a:pt x="5758" y="514"/>
                    </a:moveTo>
                    <a:cubicBezTo>
                      <a:pt x="5651" y="514"/>
                      <a:pt x="5543" y="554"/>
                      <a:pt x="5458" y="637"/>
                    </a:cubicBezTo>
                    <a:cubicBezTo>
                      <a:pt x="5073" y="1012"/>
                      <a:pt x="4688" y="1389"/>
                      <a:pt x="4303" y="1764"/>
                    </a:cubicBezTo>
                    <a:cubicBezTo>
                      <a:pt x="4141" y="1923"/>
                      <a:pt x="4131" y="2220"/>
                      <a:pt x="4303" y="2377"/>
                    </a:cubicBezTo>
                    <a:cubicBezTo>
                      <a:pt x="4390" y="2458"/>
                      <a:pt x="4502" y="2500"/>
                      <a:pt x="4613" y="2500"/>
                    </a:cubicBezTo>
                    <a:cubicBezTo>
                      <a:pt x="4721" y="2500"/>
                      <a:pt x="4829" y="2460"/>
                      <a:pt x="4914" y="2377"/>
                    </a:cubicBezTo>
                    <a:lnTo>
                      <a:pt x="6070" y="1248"/>
                    </a:lnTo>
                    <a:cubicBezTo>
                      <a:pt x="6231" y="1091"/>
                      <a:pt x="6240" y="793"/>
                      <a:pt x="6070" y="637"/>
                    </a:cubicBezTo>
                    <a:cubicBezTo>
                      <a:pt x="5981" y="556"/>
                      <a:pt x="5870" y="514"/>
                      <a:pt x="5758" y="514"/>
                    </a:cubicBezTo>
                    <a:close/>
                    <a:moveTo>
                      <a:pt x="15828" y="1417"/>
                    </a:moveTo>
                    <a:cubicBezTo>
                      <a:pt x="15790" y="1417"/>
                      <a:pt x="15751" y="1423"/>
                      <a:pt x="15712" y="1435"/>
                    </a:cubicBezTo>
                    <a:cubicBezTo>
                      <a:pt x="15494" y="1506"/>
                      <a:pt x="15339" y="1735"/>
                      <a:pt x="15411" y="1967"/>
                    </a:cubicBezTo>
                    <a:cubicBezTo>
                      <a:pt x="15559" y="2461"/>
                      <a:pt x="15708" y="2955"/>
                      <a:pt x="15855" y="3447"/>
                    </a:cubicBezTo>
                    <a:cubicBezTo>
                      <a:pt x="15910" y="3627"/>
                      <a:pt x="16085" y="3768"/>
                      <a:pt x="16272" y="3768"/>
                    </a:cubicBezTo>
                    <a:cubicBezTo>
                      <a:pt x="16310" y="3768"/>
                      <a:pt x="16349" y="3762"/>
                      <a:pt x="16388" y="3749"/>
                    </a:cubicBezTo>
                    <a:cubicBezTo>
                      <a:pt x="16607" y="3679"/>
                      <a:pt x="16759" y="3450"/>
                      <a:pt x="16690" y="3218"/>
                    </a:cubicBezTo>
                    <a:cubicBezTo>
                      <a:pt x="16541" y="2726"/>
                      <a:pt x="16392" y="2231"/>
                      <a:pt x="16245" y="1738"/>
                    </a:cubicBezTo>
                    <a:cubicBezTo>
                      <a:pt x="16190" y="1557"/>
                      <a:pt x="16015" y="1417"/>
                      <a:pt x="15828" y="1417"/>
                    </a:cubicBezTo>
                    <a:close/>
                    <a:moveTo>
                      <a:pt x="7482" y="2212"/>
                    </a:moveTo>
                    <a:cubicBezTo>
                      <a:pt x="7444" y="2212"/>
                      <a:pt x="7406" y="2217"/>
                      <a:pt x="7368" y="2230"/>
                    </a:cubicBezTo>
                    <a:cubicBezTo>
                      <a:pt x="7145" y="2303"/>
                      <a:pt x="7004" y="2527"/>
                      <a:pt x="7066" y="2761"/>
                    </a:cubicBezTo>
                    <a:lnTo>
                      <a:pt x="7441" y="4161"/>
                    </a:lnTo>
                    <a:cubicBezTo>
                      <a:pt x="7491" y="4342"/>
                      <a:pt x="7674" y="4480"/>
                      <a:pt x="7862" y="4480"/>
                    </a:cubicBezTo>
                    <a:cubicBezTo>
                      <a:pt x="7900" y="4480"/>
                      <a:pt x="7937" y="4475"/>
                      <a:pt x="7974" y="4463"/>
                    </a:cubicBezTo>
                    <a:cubicBezTo>
                      <a:pt x="8199" y="4390"/>
                      <a:pt x="8340" y="4164"/>
                      <a:pt x="8276" y="3932"/>
                    </a:cubicBezTo>
                    <a:cubicBezTo>
                      <a:pt x="8151" y="3465"/>
                      <a:pt x="8026" y="2998"/>
                      <a:pt x="7901" y="2532"/>
                    </a:cubicBezTo>
                    <a:cubicBezTo>
                      <a:pt x="7852" y="2350"/>
                      <a:pt x="7669" y="2212"/>
                      <a:pt x="7482" y="2212"/>
                    </a:cubicBezTo>
                    <a:close/>
                    <a:moveTo>
                      <a:pt x="4205" y="4199"/>
                    </a:moveTo>
                    <a:cubicBezTo>
                      <a:pt x="4168" y="4199"/>
                      <a:pt x="4132" y="4204"/>
                      <a:pt x="4099" y="4214"/>
                    </a:cubicBezTo>
                    <a:cubicBezTo>
                      <a:pt x="3994" y="4249"/>
                      <a:pt x="3892" y="4314"/>
                      <a:pt x="3840" y="4414"/>
                    </a:cubicBezTo>
                    <a:cubicBezTo>
                      <a:pt x="3790" y="4509"/>
                      <a:pt x="3753" y="4641"/>
                      <a:pt x="3797" y="4747"/>
                    </a:cubicBezTo>
                    <a:cubicBezTo>
                      <a:pt x="3943" y="5107"/>
                      <a:pt x="4091" y="5468"/>
                      <a:pt x="4237" y="5828"/>
                    </a:cubicBezTo>
                    <a:cubicBezTo>
                      <a:pt x="4282" y="5937"/>
                      <a:pt x="4331" y="6026"/>
                      <a:pt x="4436" y="6088"/>
                    </a:cubicBezTo>
                    <a:cubicBezTo>
                      <a:pt x="4500" y="6124"/>
                      <a:pt x="4583" y="6147"/>
                      <a:pt x="4663" y="6147"/>
                    </a:cubicBezTo>
                    <a:cubicBezTo>
                      <a:pt x="4700" y="6147"/>
                      <a:pt x="4736" y="6142"/>
                      <a:pt x="4769" y="6131"/>
                    </a:cubicBezTo>
                    <a:cubicBezTo>
                      <a:pt x="4873" y="6098"/>
                      <a:pt x="4975" y="6032"/>
                      <a:pt x="5028" y="5932"/>
                    </a:cubicBezTo>
                    <a:cubicBezTo>
                      <a:pt x="5079" y="5836"/>
                      <a:pt x="5114" y="5704"/>
                      <a:pt x="5070" y="5599"/>
                    </a:cubicBezTo>
                    <a:cubicBezTo>
                      <a:pt x="4924" y="5237"/>
                      <a:pt x="4776" y="4878"/>
                      <a:pt x="4630" y="4516"/>
                    </a:cubicBezTo>
                    <a:cubicBezTo>
                      <a:pt x="4587" y="4408"/>
                      <a:pt x="4538" y="4320"/>
                      <a:pt x="4432" y="4258"/>
                    </a:cubicBezTo>
                    <a:cubicBezTo>
                      <a:pt x="4368" y="4221"/>
                      <a:pt x="4284" y="4199"/>
                      <a:pt x="4205" y="4199"/>
                    </a:cubicBezTo>
                    <a:close/>
                    <a:moveTo>
                      <a:pt x="12140" y="4622"/>
                    </a:moveTo>
                    <a:cubicBezTo>
                      <a:pt x="12061" y="4622"/>
                      <a:pt x="11979" y="4641"/>
                      <a:pt x="11918" y="4679"/>
                    </a:cubicBezTo>
                    <a:cubicBezTo>
                      <a:pt x="11825" y="4738"/>
                      <a:pt x="11744" y="4828"/>
                      <a:pt x="11720" y="4938"/>
                    </a:cubicBezTo>
                    <a:cubicBezTo>
                      <a:pt x="11695" y="5048"/>
                      <a:pt x="11698" y="5174"/>
                      <a:pt x="11762" y="5271"/>
                    </a:cubicBezTo>
                    <a:cubicBezTo>
                      <a:pt x="11974" y="5593"/>
                      <a:pt x="12187" y="5915"/>
                      <a:pt x="12398" y="6235"/>
                    </a:cubicBezTo>
                    <a:cubicBezTo>
                      <a:pt x="12461" y="6330"/>
                      <a:pt x="12547" y="6404"/>
                      <a:pt x="12656" y="6435"/>
                    </a:cubicBezTo>
                    <a:cubicBezTo>
                      <a:pt x="12691" y="6444"/>
                      <a:pt x="12730" y="6449"/>
                      <a:pt x="12770" y="6449"/>
                    </a:cubicBezTo>
                    <a:cubicBezTo>
                      <a:pt x="12848" y="6449"/>
                      <a:pt x="12929" y="6431"/>
                      <a:pt x="12991" y="6391"/>
                    </a:cubicBezTo>
                    <a:cubicBezTo>
                      <a:pt x="13082" y="6332"/>
                      <a:pt x="13164" y="6244"/>
                      <a:pt x="13189" y="6133"/>
                    </a:cubicBezTo>
                    <a:cubicBezTo>
                      <a:pt x="13214" y="6023"/>
                      <a:pt x="13210" y="5897"/>
                      <a:pt x="13145" y="5800"/>
                    </a:cubicBezTo>
                    <a:cubicBezTo>
                      <a:pt x="12933" y="5478"/>
                      <a:pt x="12721" y="5156"/>
                      <a:pt x="12509" y="4835"/>
                    </a:cubicBezTo>
                    <a:cubicBezTo>
                      <a:pt x="12447" y="4741"/>
                      <a:pt x="12361" y="4667"/>
                      <a:pt x="12251" y="4636"/>
                    </a:cubicBezTo>
                    <a:cubicBezTo>
                      <a:pt x="12217" y="4627"/>
                      <a:pt x="12179" y="4622"/>
                      <a:pt x="12140" y="4622"/>
                    </a:cubicBezTo>
                    <a:close/>
                    <a:moveTo>
                      <a:pt x="9476" y="6231"/>
                    </a:moveTo>
                    <a:cubicBezTo>
                      <a:pt x="9398" y="6231"/>
                      <a:pt x="9324" y="6251"/>
                      <a:pt x="9248" y="6286"/>
                    </a:cubicBezTo>
                    <a:cubicBezTo>
                      <a:pt x="8794" y="6500"/>
                      <a:pt x="8340" y="6715"/>
                      <a:pt x="7886" y="6928"/>
                    </a:cubicBezTo>
                    <a:cubicBezTo>
                      <a:pt x="7793" y="6972"/>
                      <a:pt x="7713" y="7091"/>
                      <a:pt x="7686" y="7187"/>
                    </a:cubicBezTo>
                    <a:cubicBezTo>
                      <a:pt x="7658" y="7290"/>
                      <a:pt x="7671" y="7427"/>
                      <a:pt x="7730" y="7520"/>
                    </a:cubicBezTo>
                    <a:cubicBezTo>
                      <a:pt x="7789" y="7611"/>
                      <a:pt x="7879" y="7693"/>
                      <a:pt x="7988" y="7718"/>
                    </a:cubicBezTo>
                    <a:cubicBezTo>
                      <a:pt x="8025" y="7727"/>
                      <a:pt x="8060" y="7731"/>
                      <a:pt x="8095" y="7731"/>
                    </a:cubicBezTo>
                    <a:cubicBezTo>
                      <a:pt x="8172" y="7731"/>
                      <a:pt x="8245" y="7711"/>
                      <a:pt x="8321" y="7675"/>
                    </a:cubicBezTo>
                    <a:cubicBezTo>
                      <a:pt x="8775" y="7461"/>
                      <a:pt x="9229" y="7247"/>
                      <a:pt x="9683" y="7034"/>
                    </a:cubicBezTo>
                    <a:cubicBezTo>
                      <a:pt x="9776" y="6989"/>
                      <a:pt x="9856" y="6871"/>
                      <a:pt x="9882" y="6775"/>
                    </a:cubicBezTo>
                    <a:cubicBezTo>
                      <a:pt x="9911" y="6671"/>
                      <a:pt x="9898" y="6533"/>
                      <a:pt x="9839" y="6442"/>
                    </a:cubicBezTo>
                    <a:cubicBezTo>
                      <a:pt x="9779" y="6349"/>
                      <a:pt x="9690" y="6268"/>
                      <a:pt x="9581" y="6242"/>
                    </a:cubicBezTo>
                    <a:cubicBezTo>
                      <a:pt x="9545" y="6234"/>
                      <a:pt x="9510" y="6231"/>
                      <a:pt x="9476" y="6231"/>
                    </a:cubicBezTo>
                    <a:close/>
                    <a:moveTo>
                      <a:pt x="15376" y="6110"/>
                    </a:moveTo>
                    <a:cubicBezTo>
                      <a:pt x="15184" y="6110"/>
                      <a:pt x="15002" y="6225"/>
                      <a:pt x="14949" y="6424"/>
                    </a:cubicBezTo>
                    <a:cubicBezTo>
                      <a:pt x="14812" y="6931"/>
                      <a:pt x="14676" y="7437"/>
                      <a:pt x="14540" y="7945"/>
                    </a:cubicBezTo>
                    <a:cubicBezTo>
                      <a:pt x="14482" y="8162"/>
                      <a:pt x="14614" y="8424"/>
                      <a:pt x="14842" y="8476"/>
                    </a:cubicBezTo>
                    <a:cubicBezTo>
                      <a:pt x="14877" y="8484"/>
                      <a:pt x="14913" y="8488"/>
                      <a:pt x="14948" y="8488"/>
                    </a:cubicBezTo>
                    <a:cubicBezTo>
                      <a:pt x="15140" y="8488"/>
                      <a:pt x="15321" y="8371"/>
                      <a:pt x="15373" y="8175"/>
                    </a:cubicBezTo>
                    <a:cubicBezTo>
                      <a:pt x="15511" y="7668"/>
                      <a:pt x="15647" y="7162"/>
                      <a:pt x="15782" y="6654"/>
                    </a:cubicBezTo>
                    <a:cubicBezTo>
                      <a:pt x="15841" y="6435"/>
                      <a:pt x="15711" y="6174"/>
                      <a:pt x="15481" y="6122"/>
                    </a:cubicBezTo>
                    <a:cubicBezTo>
                      <a:pt x="15446" y="6114"/>
                      <a:pt x="15411" y="6110"/>
                      <a:pt x="15376" y="6110"/>
                    </a:cubicBezTo>
                    <a:close/>
                    <a:moveTo>
                      <a:pt x="2845" y="7172"/>
                    </a:moveTo>
                    <a:cubicBezTo>
                      <a:pt x="2809" y="7172"/>
                      <a:pt x="2773" y="7177"/>
                      <a:pt x="2738" y="7188"/>
                    </a:cubicBezTo>
                    <a:cubicBezTo>
                      <a:pt x="2625" y="7225"/>
                      <a:pt x="2546" y="7291"/>
                      <a:pt x="2478" y="7388"/>
                    </a:cubicBezTo>
                    <a:cubicBezTo>
                      <a:pt x="2208" y="7773"/>
                      <a:pt x="1937" y="8157"/>
                      <a:pt x="1666" y="8542"/>
                    </a:cubicBezTo>
                    <a:cubicBezTo>
                      <a:pt x="1605" y="8629"/>
                      <a:pt x="1596" y="8775"/>
                      <a:pt x="1622" y="8874"/>
                    </a:cubicBezTo>
                    <a:cubicBezTo>
                      <a:pt x="1650" y="8975"/>
                      <a:pt x="1728" y="9085"/>
                      <a:pt x="1821" y="9134"/>
                    </a:cubicBezTo>
                    <a:cubicBezTo>
                      <a:pt x="1890" y="9169"/>
                      <a:pt x="1969" y="9193"/>
                      <a:pt x="2048" y="9193"/>
                    </a:cubicBezTo>
                    <a:cubicBezTo>
                      <a:pt x="2084" y="9193"/>
                      <a:pt x="2120" y="9188"/>
                      <a:pt x="2155" y="9177"/>
                    </a:cubicBezTo>
                    <a:cubicBezTo>
                      <a:pt x="2267" y="9141"/>
                      <a:pt x="2345" y="9075"/>
                      <a:pt x="2414" y="8979"/>
                    </a:cubicBezTo>
                    <a:cubicBezTo>
                      <a:pt x="2684" y="8593"/>
                      <a:pt x="2955" y="8209"/>
                      <a:pt x="3226" y="7824"/>
                    </a:cubicBezTo>
                    <a:cubicBezTo>
                      <a:pt x="3287" y="7738"/>
                      <a:pt x="3296" y="7589"/>
                      <a:pt x="3270" y="7491"/>
                    </a:cubicBezTo>
                    <a:cubicBezTo>
                      <a:pt x="3242" y="7391"/>
                      <a:pt x="3164" y="7281"/>
                      <a:pt x="3070" y="7232"/>
                    </a:cubicBezTo>
                    <a:cubicBezTo>
                      <a:pt x="3002" y="7196"/>
                      <a:pt x="2923" y="7172"/>
                      <a:pt x="2845" y="7172"/>
                    </a:cubicBezTo>
                    <a:close/>
                    <a:moveTo>
                      <a:pt x="17388" y="7866"/>
                    </a:moveTo>
                    <a:cubicBezTo>
                      <a:pt x="17310" y="7866"/>
                      <a:pt x="17230" y="7886"/>
                      <a:pt x="17168" y="7925"/>
                    </a:cubicBezTo>
                    <a:cubicBezTo>
                      <a:pt x="17075" y="7984"/>
                      <a:pt x="16994" y="8071"/>
                      <a:pt x="16970" y="8182"/>
                    </a:cubicBezTo>
                    <a:lnTo>
                      <a:pt x="16954" y="8297"/>
                    </a:lnTo>
                    <a:cubicBezTo>
                      <a:pt x="16954" y="8375"/>
                      <a:pt x="16974" y="8448"/>
                      <a:pt x="17012" y="8517"/>
                    </a:cubicBezTo>
                    <a:lnTo>
                      <a:pt x="17490" y="9599"/>
                    </a:lnTo>
                    <a:cubicBezTo>
                      <a:pt x="17529" y="9693"/>
                      <a:pt x="17654" y="9773"/>
                      <a:pt x="17747" y="9799"/>
                    </a:cubicBezTo>
                    <a:cubicBezTo>
                      <a:pt x="17782" y="9808"/>
                      <a:pt x="17821" y="9813"/>
                      <a:pt x="17861" y="9813"/>
                    </a:cubicBezTo>
                    <a:cubicBezTo>
                      <a:pt x="17939" y="9813"/>
                      <a:pt x="18020" y="9794"/>
                      <a:pt x="18080" y="9755"/>
                    </a:cubicBezTo>
                    <a:cubicBezTo>
                      <a:pt x="18173" y="9696"/>
                      <a:pt x="18253" y="9607"/>
                      <a:pt x="18280" y="9496"/>
                    </a:cubicBezTo>
                    <a:lnTo>
                      <a:pt x="18294" y="9383"/>
                    </a:lnTo>
                    <a:cubicBezTo>
                      <a:pt x="18294" y="9304"/>
                      <a:pt x="18276" y="9231"/>
                      <a:pt x="18235" y="9163"/>
                    </a:cubicBezTo>
                    <a:lnTo>
                      <a:pt x="17760" y="8081"/>
                    </a:lnTo>
                    <a:cubicBezTo>
                      <a:pt x="17719" y="7987"/>
                      <a:pt x="17594" y="7907"/>
                      <a:pt x="17501" y="7881"/>
                    </a:cubicBezTo>
                    <a:cubicBezTo>
                      <a:pt x="17466" y="7871"/>
                      <a:pt x="17427" y="7866"/>
                      <a:pt x="17388" y="7866"/>
                    </a:cubicBezTo>
                    <a:close/>
                    <a:moveTo>
                      <a:pt x="5756" y="8661"/>
                    </a:moveTo>
                    <a:cubicBezTo>
                      <a:pt x="5651" y="8661"/>
                      <a:pt x="5524" y="8708"/>
                      <a:pt x="5450" y="8788"/>
                    </a:cubicBezTo>
                    <a:cubicBezTo>
                      <a:pt x="5288" y="8965"/>
                      <a:pt x="5284" y="9224"/>
                      <a:pt x="5450" y="9399"/>
                    </a:cubicBezTo>
                    <a:lnTo>
                      <a:pt x="6327" y="10326"/>
                    </a:lnTo>
                    <a:cubicBezTo>
                      <a:pt x="6401" y="10406"/>
                      <a:pt x="6525" y="10454"/>
                      <a:pt x="6632" y="10454"/>
                    </a:cubicBezTo>
                    <a:cubicBezTo>
                      <a:pt x="6739" y="10454"/>
                      <a:pt x="6865" y="10406"/>
                      <a:pt x="6938" y="10326"/>
                    </a:cubicBezTo>
                    <a:cubicBezTo>
                      <a:pt x="7101" y="10150"/>
                      <a:pt x="7104" y="9891"/>
                      <a:pt x="6938" y="9716"/>
                    </a:cubicBezTo>
                    <a:cubicBezTo>
                      <a:pt x="6646" y="9406"/>
                      <a:pt x="6355" y="9096"/>
                      <a:pt x="6063" y="8788"/>
                    </a:cubicBezTo>
                    <a:cubicBezTo>
                      <a:pt x="5987" y="8708"/>
                      <a:pt x="5864" y="8661"/>
                      <a:pt x="5756" y="8661"/>
                    </a:cubicBezTo>
                    <a:close/>
                    <a:moveTo>
                      <a:pt x="9527" y="9337"/>
                    </a:moveTo>
                    <a:cubicBezTo>
                      <a:pt x="9524" y="9337"/>
                      <a:pt x="9520" y="9337"/>
                      <a:pt x="9516" y="9338"/>
                    </a:cubicBezTo>
                    <a:cubicBezTo>
                      <a:pt x="9404" y="9343"/>
                      <a:pt x="9288" y="9381"/>
                      <a:pt x="9210" y="9464"/>
                    </a:cubicBezTo>
                    <a:cubicBezTo>
                      <a:pt x="9137" y="9547"/>
                      <a:pt x="9076" y="9657"/>
                      <a:pt x="9083" y="9770"/>
                    </a:cubicBezTo>
                    <a:cubicBezTo>
                      <a:pt x="9108" y="10144"/>
                      <a:pt x="9132" y="10520"/>
                      <a:pt x="9158" y="10894"/>
                    </a:cubicBezTo>
                    <a:cubicBezTo>
                      <a:pt x="9166" y="11009"/>
                      <a:pt x="9201" y="11116"/>
                      <a:pt x="9286" y="11199"/>
                    </a:cubicBezTo>
                    <a:cubicBezTo>
                      <a:pt x="9357" y="11271"/>
                      <a:pt x="9471" y="11325"/>
                      <a:pt x="9574" y="11325"/>
                    </a:cubicBezTo>
                    <a:cubicBezTo>
                      <a:pt x="9579" y="11325"/>
                      <a:pt x="9584" y="11325"/>
                      <a:pt x="9589" y="11325"/>
                    </a:cubicBezTo>
                    <a:cubicBezTo>
                      <a:pt x="9703" y="11321"/>
                      <a:pt x="9818" y="11284"/>
                      <a:pt x="9896" y="11199"/>
                    </a:cubicBezTo>
                    <a:cubicBezTo>
                      <a:pt x="9972" y="11118"/>
                      <a:pt x="10031" y="11007"/>
                      <a:pt x="10024" y="10894"/>
                    </a:cubicBezTo>
                    <a:cubicBezTo>
                      <a:pt x="9998" y="10520"/>
                      <a:pt x="9973" y="10146"/>
                      <a:pt x="9949" y="9770"/>
                    </a:cubicBezTo>
                    <a:cubicBezTo>
                      <a:pt x="9941" y="9655"/>
                      <a:pt x="9905" y="9548"/>
                      <a:pt x="9823" y="9464"/>
                    </a:cubicBezTo>
                    <a:cubicBezTo>
                      <a:pt x="9749" y="9393"/>
                      <a:pt x="9631" y="9337"/>
                      <a:pt x="9527" y="9337"/>
                    </a:cubicBezTo>
                    <a:close/>
                    <a:moveTo>
                      <a:pt x="12694" y="9558"/>
                    </a:moveTo>
                    <a:cubicBezTo>
                      <a:pt x="12499" y="9558"/>
                      <a:pt x="12346" y="9682"/>
                      <a:pt x="12272" y="9873"/>
                    </a:cubicBezTo>
                    <a:cubicBezTo>
                      <a:pt x="12086" y="10366"/>
                      <a:pt x="11899" y="10860"/>
                      <a:pt x="11710" y="11355"/>
                    </a:cubicBezTo>
                    <a:cubicBezTo>
                      <a:pt x="11672" y="11453"/>
                      <a:pt x="11702" y="11599"/>
                      <a:pt x="11754" y="11688"/>
                    </a:cubicBezTo>
                    <a:cubicBezTo>
                      <a:pt x="11807" y="11778"/>
                      <a:pt x="11910" y="11862"/>
                      <a:pt x="12012" y="11886"/>
                    </a:cubicBezTo>
                    <a:cubicBezTo>
                      <a:pt x="12051" y="11895"/>
                      <a:pt x="12088" y="11899"/>
                      <a:pt x="12124" y="11899"/>
                    </a:cubicBezTo>
                    <a:cubicBezTo>
                      <a:pt x="12319" y="11899"/>
                      <a:pt x="12471" y="11775"/>
                      <a:pt x="12544" y="11584"/>
                    </a:cubicBezTo>
                    <a:cubicBezTo>
                      <a:pt x="12732" y="11090"/>
                      <a:pt x="12919" y="10597"/>
                      <a:pt x="13107" y="10102"/>
                    </a:cubicBezTo>
                    <a:cubicBezTo>
                      <a:pt x="13144" y="10002"/>
                      <a:pt x="13114" y="9856"/>
                      <a:pt x="13062" y="9769"/>
                    </a:cubicBezTo>
                    <a:cubicBezTo>
                      <a:pt x="13010" y="9679"/>
                      <a:pt x="12908" y="9595"/>
                      <a:pt x="12805" y="9571"/>
                    </a:cubicBezTo>
                    <a:cubicBezTo>
                      <a:pt x="12767" y="9562"/>
                      <a:pt x="12730" y="9558"/>
                      <a:pt x="12694" y="9558"/>
                    </a:cubicBezTo>
                    <a:close/>
                    <a:moveTo>
                      <a:pt x="4113" y="10566"/>
                    </a:moveTo>
                    <a:cubicBezTo>
                      <a:pt x="4040" y="10566"/>
                      <a:pt x="3964" y="10584"/>
                      <a:pt x="3891" y="10619"/>
                    </a:cubicBezTo>
                    <a:cubicBezTo>
                      <a:pt x="3427" y="10842"/>
                      <a:pt x="2963" y="11064"/>
                      <a:pt x="2499" y="11286"/>
                    </a:cubicBezTo>
                    <a:cubicBezTo>
                      <a:pt x="2407" y="11331"/>
                      <a:pt x="2328" y="11449"/>
                      <a:pt x="2301" y="11544"/>
                    </a:cubicBezTo>
                    <a:cubicBezTo>
                      <a:pt x="2273" y="11648"/>
                      <a:pt x="2286" y="11786"/>
                      <a:pt x="2345" y="11877"/>
                    </a:cubicBezTo>
                    <a:cubicBezTo>
                      <a:pt x="2434" y="12017"/>
                      <a:pt x="2568" y="12086"/>
                      <a:pt x="2712" y="12086"/>
                    </a:cubicBezTo>
                    <a:cubicBezTo>
                      <a:pt x="2786" y="12086"/>
                      <a:pt x="2862" y="12068"/>
                      <a:pt x="2937" y="12032"/>
                    </a:cubicBezTo>
                    <a:cubicBezTo>
                      <a:pt x="3400" y="11810"/>
                      <a:pt x="3864" y="11588"/>
                      <a:pt x="4327" y="11367"/>
                    </a:cubicBezTo>
                    <a:cubicBezTo>
                      <a:pt x="4419" y="11322"/>
                      <a:pt x="4498" y="11204"/>
                      <a:pt x="4525" y="11107"/>
                    </a:cubicBezTo>
                    <a:cubicBezTo>
                      <a:pt x="4554" y="11005"/>
                      <a:pt x="4542" y="10867"/>
                      <a:pt x="4481" y="10774"/>
                    </a:cubicBezTo>
                    <a:cubicBezTo>
                      <a:pt x="4392" y="10635"/>
                      <a:pt x="4257" y="10566"/>
                      <a:pt x="4113" y="10566"/>
                    </a:cubicBezTo>
                    <a:close/>
                    <a:moveTo>
                      <a:pt x="16098" y="10765"/>
                    </a:moveTo>
                    <a:cubicBezTo>
                      <a:pt x="15949" y="10765"/>
                      <a:pt x="15802" y="10833"/>
                      <a:pt x="15729" y="10975"/>
                    </a:cubicBezTo>
                    <a:cubicBezTo>
                      <a:pt x="15500" y="11415"/>
                      <a:pt x="15271" y="11854"/>
                      <a:pt x="15041" y="12293"/>
                    </a:cubicBezTo>
                    <a:cubicBezTo>
                      <a:pt x="14936" y="12494"/>
                      <a:pt x="14984" y="12773"/>
                      <a:pt x="15196" y="12885"/>
                    </a:cubicBezTo>
                    <a:cubicBezTo>
                      <a:pt x="15264" y="12921"/>
                      <a:pt x="15342" y="12939"/>
                      <a:pt x="15419" y="12939"/>
                    </a:cubicBezTo>
                    <a:cubicBezTo>
                      <a:pt x="15568" y="12939"/>
                      <a:pt x="15715" y="12871"/>
                      <a:pt x="15788" y="12731"/>
                    </a:cubicBezTo>
                    <a:lnTo>
                      <a:pt x="16475" y="11411"/>
                    </a:lnTo>
                    <a:cubicBezTo>
                      <a:pt x="16579" y="11211"/>
                      <a:pt x="16533" y="10931"/>
                      <a:pt x="16319" y="10819"/>
                    </a:cubicBezTo>
                    <a:cubicBezTo>
                      <a:pt x="16252" y="10784"/>
                      <a:pt x="16174" y="10765"/>
                      <a:pt x="16098" y="10765"/>
                    </a:cubicBezTo>
                    <a:close/>
                    <a:moveTo>
                      <a:pt x="17470" y="13186"/>
                    </a:moveTo>
                    <a:cubicBezTo>
                      <a:pt x="17389" y="13186"/>
                      <a:pt x="17302" y="13210"/>
                      <a:pt x="17241" y="13245"/>
                    </a:cubicBezTo>
                    <a:cubicBezTo>
                      <a:pt x="17151" y="13297"/>
                      <a:pt x="17066" y="13401"/>
                      <a:pt x="17042" y="13505"/>
                    </a:cubicBezTo>
                    <a:cubicBezTo>
                      <a:pt x="17016" y="13616"/>
                      <a:pt x="17022" y="13738"/>
                      <a:pt x="17085" y="13837"/>
                    </a:cubicBezTo>
                    <a:cubicBezTo>
                      <a:pt x="17150" y="13935"/>
                      <a:pt x="17233" y="13996"/>
                      <a:pt x="17344" y="14036"/>
                    </a:cubicBezTo>
                    <a:cubicBezTo>
                      <a:pt x="17677" y="14160"/>
                      <a:pt x="18010" y="14282"/>
                      <a:pt x="18342" y="14406"/>
                    </a:cubicBezTo>
                    <a:cubicBezTo>
                      <a:pt x="18374" y="14418"/>
                      <a:pt x="18410" y="14423"/>
                      <a:pt x="18447" y="14423"/>
                    </a:cubicBezTo>
                    <a:cubicBezTo>
                      <a:pt x="18528" y="14423"/>
                      <a:pt x="18615" y="14398"/>
                      <a:pt x="18676" y="14362"/>
                    </a:cubicBezTo>
                    <a:cubicBezTo>
                      <a:pt x="18765" y="14310"/>
                      <a:pt x="18851" y="14208"/>
                      <a:pt x="18874" y="14105"/>
                    </a:cubicBezTo>
                    <a:cubicBezTo>
                      <a:pt x="18900" y="13993"/>
                      <a:pt x="18894" y="13869"/>
                      <a:pt x="18831" y="13771"/>
                    </a:cubicBezTo>
                    <a:cubicBezTo>
                      <a:pt x="18766" y="13672"/>
                      <a:pt x="18683" y="13615"/>
                      <a:pt x="18572" y="13573"/>
                    </a:cubicBezTo>
                    <a:cubicBezTo>
                      <a:pt x="18241" y="13449"/>
                      <a:pt x="17906" y="13325"/>
                      <a:pt x="17574" y="13203"/>
                    </a:cubicBezTo>
                    <a:cubicBezTo>
                      <a:pt x="17543" y="13191"/>
                      <a:pt x="17507" y="13186"/>
                      <a:pt x="17470" y="13186"/>
                    </a:cubicBezTo>
                    <a:close/>
                    <a:moveTo>
                      <a:pt x="11435" y="13463"/>
                    </a:moveTo>
                    <a:cubicBezTo>
                      <a:pt x="11329" y="13463"/>
                      <a:pt x="11203" y="13509"/>
                      <a:pt x="11130" y="13589"/>
                    </a:cubicBezTo>
                    <a:cubicBezTo>
                      <a:pt x="11054" y="13671"/>
                      <a:pt x="10999" y="13779"/>
                      <a:pt x="11003" y="13894"/>
                    </a:cubicBezTo>
                    <a:cubicBezTo>
                      <a:pt x="11009" y="14007"/>
                      <a:pt x="11047" y="14121"/>
                      <a:pt x="11130" y="14201"/>
                    </a:cubicBezTo>
                    <a:lnTo>
                      <a:pt x="11851" y="14883"/>
                    </a:lnTo>
                    <a:cubicBezTo>
                      <a:pt x="11932" y="14960"/>
                      <a:pt x="12042" y="15008"/>
                      <a:pt x="12156" y="15008"/>
                    </a:cubicBezTo>
                    <a:cubicBezTo>
                      <a:pt x="12263" y="15008"/>
                      <a:pt x="12389" y="14961"/>
                      <a:pt x="12462" y="14883"/>
                    </a:cubicBezTo>
                    <a:cubicBezTo>
                      <a:pt x="12537" y="14800"/>
                      <a:pt x="12594" y="14691"/>
                      <a:pt x="12589" y="14576"/>
                    </a:cubicBezTo>
                    <a:cubicBezTo>
                      <a:pt x="12583" y="14462"/>
                      <a:pt x="12547" y="14351"/>
                      <a:pt x="12462" y="14271"/>
                    </a:cubicBezTo>
                    <a:cubicBezTo>
                      <a:pt x="12222" y="14043"/>
                      <a:pt x="11982" y="13816"/>
                      <a:pt x="11741" y="13589"/>
                    </a:cubicBezTo>
                    <a:cubicBezTo>
                      <a:pt x="11660" y="13511"/>
                      <a:pt x="11550" y="13463"/>
                      <a:pt x="11435" y="13463"/>
                    </a:cubicBezTo>
                    <a:close/>
                    <a:moveTo>
                      <a:pt x="492" y="12958"/>
                    </a:moveTo>
                    <a:cubicBezTo>
                      <a:pt x="421" y="12958"/>
                      <a:pt x="350" y="12977"/>
                      <a:pt x="286" y="13019"/>
                    </a:cubicBezTo>
                    <a:cubicBezTo>
                      <a:pt x="96" y="13142"/>
                      <a:pt x="0" y="13407"/>
                      <a:pt x="131" y="13611"/>
                    </a:cubicBezTo>
                    <a:cubicBezTo>
                      <a:pt x="432" y="14081"/>
                      <a:pt x="734" y="14555"/>
                      <a:pt x="1035" y="15025"/>
                    </a:cubicBezTo>
                    <a:cubicBezTo>
                      <a:pt x="1118" y="15155"/>
                      <a:pt x="1269" y="15240"/>
                      <a:pt x="1421" y="15240"/>
                    </a:cubicBezTo>
                    <a:cubicBezTo>
                      <a:pt x="1491" y="15240"/>
                      <a:pt x="1562" y="15222"/>
                      <a:pt x="1627" y="15181"/>
                    </a:cubicBezTo>
                    <a:cubicBezTo>
                      <a:pt x="1816" y="15057"/>
                      <a:pt x="1912" y="14793"/>
                      <a:pt x="1781" y="14589"/>
                    </a:cubicBezTo>
                    <a:cubicBezTo>
                      <a:pt x="1480" y="14117"/>
                      <a:pt x="1178" y="13646"/>
                      <a:pt x="877" y="13175"/>
                    </a:cubicBezTo>
                    <a:cubicBezTo>
                      <a:pt x="795" y="13044"/>
                      <a:pt x="644" y="12958"/>
                      <a:pt x="492" y="12958"/>
                    </a:cubicBezTo>
                    <a:close/>
                    <a:moveTo>
                      <a:pt x="8653" y="13226"/>
                    </a:moveTo>
                    <a:cubicBezTo>
                      <a:pt x="8505" y="13226"/>
                      <a:pt x="8363" y="13299"/>
                      <a:pt x="8278" y="13436"/>
                    </a:cubicBezTo>
                    <a:cubicBezTo>
                      <a:pt x="8037" y="13824"/>
                      <a:pt x="7797" y="14212"/>
                      <a:pt x="7558" y="14599"/>
                    </a:cubicBezTo>
                    <a:cubicBezTo>
                      <a:pt x="7437" y="14791"/>
                      <a:pt x="7510" y="15084"/>
                      <a:pt x="7713" y="15189"/>
                    </a:cubicBezTo>
                    <a:cubicBezTo>
                      <a:pt x="7783" y="15227"/>
                      <a:pt x="7858" y="15245"/>
                      <a:pt x="7932" y="15245"/>
                    </a:cubicBezTo>
                    <a:cubicBezTo>
                      <a:pt x="8079" y="15245"/>
                      <a:pt x="8219" y="15172"/>
                      <a:pt x="8304" y="15036"/>
                    </a:cubicBezTo>
                    <a:cubicBezTo>
                      <a:pt x="8545" y="14648"/>
                      <a:pt x="8785" y="14260"/>
                      <a:pt x="9026" y="13873"/>
                    </a:cubicBezTo>
                    <a:cubicBezTo>
                      <a:pt x="9145" y="13681"/>
                      <a:pt x="9073" y="13388"/>
                      <a:pt x="8871" y="13280"/>
                    </a:cubicBezTo>
                    <a:cubicBezTo>
                      <a:pt x="8801" y="13243"/>
                      <a:pt x="8726" y="13226"/>
                      <a:pt x="8653" y="13226"/>
                    </a:cubicBezTo>
                    <a:close/>
                    <a:moveTo>
                      <a:pt x="5171" y="14238"/>
                    </a:moveTo>
                    <a:cubicBezTo>
                      <a:pt x="5101" y="14238"/>
                      <a:pt x="5032" y="14257"/>
                      <a:pt x="4969" y="14299"/>
                    </a:cubicBezTo>
                    <a:cubicBezTo>
                      <a:pt x="4580" y="14565"/>
                      <a:pt x="4190" y="14829"/>
                      <a:pt x="3801" y="15093"/>
                    </a:cubicBezTo>
                    <a:cubicBezTo>
                      <a:pt x="3707" y="15157"/>
                      <a:pt x="3632" y="15240"/>
                      <a:pt x="3601" y="15351"/>
                    </a:cubicBezTo>
                    <a:cubicBezTo>
                      <a:pt x="3573" y="15455"/>
                      <a:pt x="3587" y="15592"/>
                      <a:pt x="3645" y="15685"/>
                    </a:cubicBezTo>
                    <a:cubicBezTo>
                      <a:pt x="3728" y="15812"/>
                      <a:pt x="3881" y="15902"/>
                      <a:pt x="4034" y="15902"/>
                    </a:cubicBezTo>
                    <a:cubicBezTo>
                      <a:pt x="4104" y="15902"/>
                      <a:pt x="4174" y="15883"/>
                      <a:pt x="4237" y="15840"/>
                    </a:cubicBezTo>
                    <a:cubicBezTo>
                      <a:pt x="4626" y="15576"/>
                      <a:pt x="5015" y="15311"/>
                      <a:pt x="5405" y="15047"/>
                    </a:cubicBezTo>
                    <a:cubicBezTo>
                      <a:pt x="5499" y="14982"/>
                      <a:pt x="5572" y="14899"/>
                      <a:pt x="5603" y="14788"/>
                    </a:cubicBezTo>
                    <a:cubicBezTo>
                      <a:pt x="5632" y="14686"/>
                      <a:pt x="5618" y="14547"/>
                      <a:pt x="5561" y="14455"/>
                    </a:cubicBezTo>
                    <a:cubicBezTo>
                      <a:pt x="5478" y="14328"/>
                      <a:pt x="5324" y="14238"/>
                      <a:pt x="5171" y="14238"/>
                    </a:cubicBezTo>
                    <a:close/>
                    <a:moveTo>
                      <a:pt x="15481" y="14560"/>
                    </a:moveTo>
                    <a:cubicBezTo>
                      <a:pt x="15445" y="14560"/>
                      <a:pt x="15409" y="14565"/>
                      <a:pt x="15375" y="14576"/>
                    </a:cubicBezTo>
                    <a:cubicBezTo>
                      <a:pt x="15271" y="14610"/>
                      <a:pt x="15165" y="14675"/>
                      <a:pt x="15115" y="14774"/>
                    </a:cubicBezTo>
                    <a:cubicBezTo>
                      <a:pt x="14956" y="15096"/>
                      <a:pt x="14795" y="15415"/>
                      <a:pt x="14635" y="15737"/>
                    </a:cubicBezTo>
                    <a:cubicBezTo>
                      <a:pt x="14583" y="15841"/>
                      <a:pt x="14559" y="15954"/>
                      <a:pt x="14592" y="16070"/>
                    </a:cubicBezTo>
                    <a:cubicBezTo>
                      <a:pt x="14620" y="16170"/>
                      <a:pt x="14697" y="16278"/>
                      <a:pt x="14791" y="16327"/>
                    </a:cubicBezTo>
                    <a:cubicBezTo>
                      <a:pt x="14860" y="16364"/>
                      <a:pt x="14939" y="16388"/>
                      <a:pt x="15017" y="16388"/>
                    </a:cubicBezTo>
                    <a:cubicBezTo>
                      <a:pt x="15053" y="16388"/>
                      <a:pt x="15088" y="16383"/>
                      <a:pt x="15123" y="16372"/>
                    </a:cubicBezTo>
                    <a:cubicBezTo>
                      <a:pt x="15227" y="16339"/>
                      <a:pt x="15332" y="16273"/>
                      <a:pt x="15382" y="16173"/>
                    </a:cubicBezTo>
                    <a:cubicBezTo>
                      <a:pt x="15542" y="15852"/>
                      <a:pt x="15702" y="15532"/>
                      <a:pt x="15862" y="15211"/>
                    </a:cubicBezTo>
                    <a:cubicBezTo>
                      <a:pt x="15914" y="15106"/>
                      <a:pt x="15938" y="14994"/>
                      <a:pt x="15906" y="14878"/>
                    </a:cubicBezTo>
                    <a:cubicBezTo>
                      <a:pt x="15878" y="14777"/>
                      <a:pt x="15800" y="14669"/>
                      <a:pt x="15708" y="14621"/>
                    </a:cubicBezTo>
                    <a:cubicBezTo>
                      <a:pt x="15638" y="14584"/>
                      <a:pt x="15559" y="14560"/>
                      <a:pt x="15481" y="145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6" name="Google Shape;1256;p163"/>
            <p:cNvGrpSpPr/>
            <p:nvPr/>
          </p:nvGrpSpPr>
          <p:grpSpPr>
            <a:xfrm flipH="1">
              <a:off x="7300088" y="3387158"/>
              <a:ext cx="895527" cy="969047"/>
              <a:chOff x="947375" y="2671640"/>
              <a:chExt cx="585044" cy="633116"/>
            </a:xfrm>
          </p:grpSpPr>
          <p:sp>
            <p:nvSpPr>
              <p:cNvPr id="1257" name="Google Shape;1257;p163"/>
              <p:cNvSpPr/>
              <p:nvPr/>
            </p:nvSpPr>
            <p:spPr>
              <a:xfrm>
                <a:off x="968706" y="2817726"/>
                <a:ext cx="522742" cy="471380"/>
              </a:xfrm>
              <a:custGeom>
                <a:rect b="b" l="l" r="r" t="t"/>
                <a:pathLst>
                  <a:path extrusionOk="0" h="16175" w="17939">
                    <a:moveTo>
                      <a:pt x="1" y="0"/>
                    </a:moveTo>
                    <a:lnTo>
                      <a:pt x="1" y="16174"/>
                    </a:lnTo>
                    <a:lnTo>
                      <a:pt x="17939" y="16174"/>
                    </a:lnTo>
                    <a:lnTo>
                      <a:pt x="1793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163"/>
              <p:cNvSpPr/>
              <p:nvPr/>
            </p:nvSpPr>
            <p:spPr>
              <a:xfrm>
                <a:off x="947375" y="2810528"/>
                <a:ext cx="585044" cy="494228"/>
              </a:xfrm>
              <a:custGeom>
                <a:rect b="b" l="l" r="r" t="t"/>
                <a:pathLst>
                  <a:path extrusionOk="0" h="16959" w="20077">
                    <a:moveTo>
                      <a:pt x="9677" y="0"/>
                    </a:moveTo>
                    <a:cubicBezTo>
                      <a:pt x="9605" y="0"/>
                      <a:pt x="9534" y="46"/>
                      <a:pt x="9536" y="139"/>
                    </a:cubicBezTo>
                    <a:cubicBezTo>
                      <a:pt x="9561" y="2893"/>
                      <a:pt x="9574" y="5016"/>
                      <a:pt x="9602" y="7770"/>
                    </a:cubicBezTo>
                    <a:cubicBezTo>
                      <a:pt x="7915" y="7961"/>
                      <a:pt x="6227" y="8154"/>
                      <a:pt x="4539" y="8343"/>
                    </a:cubicBezTo>
                    <a:cubicBezTo>
                      <a:pt x="3089" y="8509"/>
                      <a:pt x="1637" y="8674"/>
                      <a:pt x="185" y="8838"/>
                    </a:cubicBezTo>
                    <a:cubicBezTo>
                      <a:pt x="8" y="8859"/>
                      <a:pt x="1" y="9127"/>
                      <a:pt x="166" y="9127"/>
                    </a:cubicBezTo>
                    <a:cubicBezTo>
                      <a:pt x="172" y="9127"/>
                      <a:pt x="178" y="9127"/>
                      <a:pt x="185" y="9126"/>
                    </a:cubicBezTo>
                    <a:lnTo>
                      <a:pt x="7861" y="8256"/>
                    </a:lnTo>
                    <a:cubicBezTo>
                      <a:pt x="8443" y="8190"/>
                      <a:pt x="9023" y="8123"/>
                      <a:pt x="9605" y="8057"/>
                    </a:cubicBezTo>
                    <a:cubicBezTo>
                      <a:pt x="9622" y="9708"/>
                      <a:pt x="9639" y="11361"/>
                      <a:pt x="9654" y="13013"/>
                    </a:cubicBezTo>
                    <a:cubicBezTo>
                      <a:pt x="9668" y="14281"/>
                      <a:pt x="9681" y="15550"/>
                      <a:pt x="9692" y="16819"/>
                    </a:cubicBezTo>
                    <a:cubicBezTo>
                      <a:pt x="9693" y="16912"/>
                      <a:pt x="9766" y="16958"/>
                      <a:pt x="9838" y="16958"/>
                    </a:cubicBezTo>
                    <a:cubicBezTo>
                      <a:pt x="9911" y="16958"/>
                      <a:pt x="9982" y="16912"/>
                      <a:pt x="9982" y="16819"/>
                    </a:cubicBezTo>
                    <a:cubicBezTo>
                      <a:pt x="9951" y="13887"/>
                      <a:pt x="9921" y="10956"/>
                      <a:pt x="9892" y="8026"/>
                    </a:cubicBezTo>
                    <a:lnTo>
                      <a:pt x="15535" y="7385"/>
                    </a:lnTo>
                    <a:cubicBezTo>
                      <a:pt x="16988" y="7220"/>
                      <a:pt x="18440" y="7054"/>
                      <a:pt x="19892" y="6890"/>
                    </a:cubicBezTo>
                    <a:cubicBezTo>
                      <a:pt x="20069" y="6870"/>
                      <a:pt x="20076" y="6601"/>
                      <a:pt x="19911" y="6601"/>
                    </a:cubicBezTo>
                    <a:cubicBezTo>
                      <a:pt x="19905" y="6601"/>
                      <a:pt x="19899" y="6601"/>
                      <a:pt x="19892" y="6602"/>
                    </a:cubicBezTo>
                    <a:lnTo>
                      <a:pt x="12217" y="7473"/>
                    </a:lnTo>
                    <a:cubicBezTo>
                      <a:pt x="11441" y="7560"/>
                      <a:pt x="10666" y="7648"/>
                      <a:pt x="9890" y="7738"/>
                    </a:cubicBezTo>
                    <a:cubicBezTo>
                      <a:pt x="9875" y="6263"/>
                      <a:pt x="9861" y="4789"/>
                      <a:pt x="9845" y="3316"/>
                    </a:cubicBezTo>
                    <a:cubicBezTo>
                      <a:pt x="9833" y="2046"/>
                      <a:pt x="9835" y="1408"/>
                      <a:pt x="9823" y="139"/>
                    </a:cubicBezTo>
                    <a:cubicBezTo>
                      <a:pt x="9822" y="47"/>
                      <a:pt x="9749" y="0"/>
                      <a:pt x="96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163"/>
              <p:cNvSpPr/>
              <p:nvPr/>
            </p:nvSpPr>
            <p:spPr>
              <a:xfrm>
                <a:off x="1102956" y="2671640"/>
                <a:ext cx="306145" cy="203677"/>
              </a:xfrm>
              <a:custGeom>
                <a:rect b="b" l="l" r="r" t="t"/>
                <a:pathLst>
                  <a:path extrusionOk="0" h="6989" w="10506">
                    <a:moveTo>
                      <a:pt x="1139" y="609"/>
                    </a:moveTo>
                    <a:cubicBezTo>
                      <a:pt x="1207" y="609"/>
                      <a:pt x="1274" y="615"/>
                      <a:pt x="1340" y="628"/>
                    </a:cubicBezTo>
                    <a:cubicBezTo>
                      <a:pt x="2086" y="771"/>
                      <a:pt x="2598" y="1605"/>
                      <a:pt x="2974" y="2195"/>
                    </a:cubicBezTo>
                    <a:cubicBezTo>
                      <a:pt x="3446" y="2939"/>
                      <a:pt x="3811" y="3741"/>
                      <a:pt x="4071" y="4580"/>
                    </a:cubicBezTo>
                    <a:cubicBezTo>
                      <a:pt x="3432" y="4287"/>
                      <a:pt x="2820" y="3937"/>
                      <a:pt x="2249" y="3525"/>
                    </a:cubicBezTo>
                    <a:cubicBezTo>
                      <a:pt x="1917" y="3287"/>
                      <a:pt x="1601" y="3030"/>
                      <a:pt x="1299" y="2756"/>
                    </a:cubicBezTo>
                    <a:cubicBezTo>
                      <a:pt x="1015" y="2497"/>
                      <a:pt x="706" y="2226"/>
                      <a:pt x="499" y="1897"/>
                    </a:cubicBezTo>
                    <a:cubicBezTo>
                      <a:pt x="299" y="1584"/>
                      <a:pt x="204" y="1134"/>
                      <a:pt x="500" y="846"/>
                    </a:cubicBezTo>
                    <a:cubicBezTo>
                      <a:pt x="666" y="684"/>
                      <a:pt x="905" y="609"/>
                      <a:pt x="1139" y="609"/>
                    </a:cubicBezTo>
                    <a:close/>
                    <a:moveTo>
                      <a:pt x="5460" y="288"/>
                    </a:moveTo>
                    <a:cubicBezTo>
                      <a:pt x="5900" y="288"/>
                      <a:pt x="6313" y="701"/>
                      <a:pt x="6418" y="1144"/>
                    </a:cubicBezTo>
                    <a:cubicBezTo>
                      <a:pt x="6580" y="1827"/>
                      <a:pt x="6266" y="2577"/>
                      <a:pt x="5923" y="3156"/>
                    </a:cubicBezTo>
                    <a:cubicBezTo>
                      <a:pt x="5546" y="3789"/>
                      <a:pt x="5019" y="4322"/>
                      <a:pt x="4394" y="4710"/>
                    </a:cubicBezTo>
                    <a:cubicBezTo>
                      <a:pt x="4391" y="4708"/>
                      <a:pt x="4388" y="4707"/>
                      <a:pt x="4387" y="4705"/>
                    </a:cubicBezTo>
                    <a:cubicBezTo>
                      <a:pt x="4394" y="4682"/>
                      <a:pt x="4397" y="4656"/>
                      <a:pt x="4388" y="4625"/>
                    </a:cubicBezTo>
                    <a:cubicBezTo>
                      <a:pt x="4194" y="3880"/>
                      <a:pt x="4142" y="3100"/>
                      <a:pt x="4250" y="2336"/>
                    </a:cubicBezTo>
                    <a:cubicBezTo>
                      <a:pt x="4304" y="1958"/>
                      <a:pt x="4394" y="1581"/>
                      <a:pt x="4522" y="1221"/>
                    </a:cubicBezTo>
                    <a:cubicBezTo>
                      <a:pt x="4623" y="940"/>
                      <a:pt x="4769" y="639"/>
                      <a:pt x="5008" y="451"/>
                    </a:cubicBezTo>
                    <a:cubicBezTo>
                      <a:pt x="5154" y="337"/>
                      <a:pt x="5309" y="288"/>
                      <a:pt x="5460" y="288"/>
                    </a:cubicBezTo>
                    <a:close/>
                    <a:moveTo>
                      <a:pt x="7734" y="3907"/>
                    </a:moveTo>
                    <a:cubicBezTo>
                      <a:pt x="8404" y="3907"/>
                      <a:pt x="9083" y="4062"/>
                      <a:pt x="9568" y="4540"/>
                    </a:cubicBezTo>
                    <a:cubicBezTo>
                      <a:pt x="9849" y="4814"/>
                      <a:pt x="10037" y="5183"/>
                      <a:pt x="10030" y="5583"/>
                    </a:cubicBezTo>
                    <a:cubicBezTo>
                      <a:pt x="10023" y="5959"/>
                      <a:pt x="9846" y="6346"/>
                      <a:pt x="9510" y="6540"/>
                    </a:cubicBezTo>
                    <a:cubicBezTo>
                      <a:pt x="9299" y="6662"/>
                      <a:pt x="9058" y="6704"/>
                      <a:pt x="8814" y="6704"/>
                    </a:cubicBezTo>
                    <a:cubicBezTo>
                      <a:pt x="8602" y="6704"/>
                      <a:pt x="8388" y="6673"/>
                      <a:pt x="8189" y="6635"/>
                    </a:cubicBezTo>
                    <a:cubicBezTo>
                      <a:pt x="7767" y="6558"/>
                      <a:pt x="7353" y="6443"/>
                      <a:pt x="6951" y="6295"/>
                    </a:cubicBezTo>
                    <a:cubicBezTo>
                      <a:pt x="6097" y="5979"/>
                      <a:pt x="5305" y="5502"/>
                      <a:pt x="4619" y="4905"/>
                    </a:cubicBezTo>
                    <a:cubicBezTo>
                      <a:pt x="5336" y="4412"/>
                      <a:pt x="6155" y="4081"/>
                      <a:pt x="7017" y="3960"/>
                    </a:cubicBezTo>
                    <a:cubicBezTo>
                      <a:pt x="7248" y="3928"/>
                      <a:pt x="7491" y="3907"/>
                      <a:pt x="7734" y="3907"/>
                    </a:cubicBezTo>
                    <a:close/>
                    <a:moveTo>
                      <a:pt x="5469" y="0"/>
                    </a:moveTo>
                    <a:cubicBezTo>
                      <a:pt x="5397" y="0"/>
                      <a:pt x="5324" y="8"/>
                      <a:pt x="5250" y="23"/>
                    </a:cubicBezTo>
                    <a:cubicBezTo>
                      <a:pt x="4505" y="184"/>
                      <a:pt x="4225" y="1089"/>
                      <a:pt x="4073" y="1730"/>
                    </a:cubicBezTo>
                    <a:cubicBezTo>
                      <a:pt x="3947" y="2258"/>
                      <a:pt x="3896" y="2801"/>
                      <a:pt x="3916" y="3341"/>
                    </a:cubicBezTo>
                    <a:cubicBezTo>
                      <a:pt x="3725" y="2913"/>
                      <a:pt x="3506" y="2500"/>
                      <a:pt x="3255" y="2104"/>
                    </a:cubicBezTo>
                    <a:cubicBezTo>
                      <a:pt x="2835" y="1435"/>
                      <a:pt x="2284" y="559"/>
                      <a:pt x="1460" y="359"/>
                    </a:cubicBezTo>
                    <a:cubicBezTo>
                      <a:pt x="1361" y="335"/>
                      <a:pt x="1258" y="324"/>
                      <a:pt x="1156" y="324"/>
                    </a:cubicBezTo>
                    <a:cubicBezTo>
                      <a:pt x="573" y="324"/>
                      <a:pt x="1" y="702"/>
                      <a:pt x="22" y="1350"/>
                    </a:cubicBezTo>
                    <a:cubicBezTo>
                      <a:pt x="38" y="1780"/>
                      <a:pt x="287" y="2143"/>
                      <a:pt x="572" y="2448"/>
                    </a:cubicBezTo>
                    <a:cubicBezTo>
                      <a:pt x="878" y="2776"/>
                      <a:pt x="1213" y="3078"/>
                      <a:pt x="1560" y="3359"/>
                    </a:cubicBezTo>
                    <a:cubicBezTo>
                      <a:pt x="2350" y="4001"/>
                      <a:pt x="3223" y="4531"/>
                      <a:pt x="4156" y="4936"/>
                    </a:cubicBezTo>
                    <a:cubicBezTo>
                      <a:pt x="4174" y="4945"/>
                      <a:pt x="4192" y="4948"/>
                      <a:pt x="4210" y="4948"/>
                    </a:cubicBezTo>
                    <a:cubicBezTo>
                      <a:pt x="4219" y="4948"/>
                      <a:pt x="4227" y="4947"/>
                      <a:pt x="4235" y="4946"/>
                    </a:cubicBezTo>
                    <a:cubicBezTo>
                      <a:pt x="4955" y="5616"/>
                      <a:pt x="5791" y="6146"/>
                      <a:pt x="6706" y="6509"/>
                    </a:cubicBezTo>
                    <a:cubicBezTo>
                      <a:pt x="7170" y="6692"/>
                      <a:pt x="7651" y="6831"/>
                      <a:pt x="8141" y="6919"/>
                    </a:cubicBezTo>
                    <a:cubicBezTo>
                      <a:pt x="8359" y="6959"/>
                      <a:pt x="8585" y="6989"/>
                      <a:pt x="8809" y="6989"/>
                    </a:cubicBezTo>
                    <a:cubicBezTo>
                      <a:pt x="9065" y="6989"/>
                      <a:pt x="9318" y="6950"/>
                      <a:pt x="9554" y="6841"/>
                    </a:cubicBezTo>
                    <a:cubicBezTo>
                      <a:pt x="10355" y="6471"/>
                      <a:pt x="10505" y="5415"/>
                      <a:pt x="10072" y="4712"/>
                    </a:cubicBezTo>
                    <a:cubicBezTo>
                      <a:pt x="9578" y="3905"/>
                      <a:pt x="8621" y="3621"/>
                      <a:pt x="7720" y="3621"/>
                    </a:cubicBezTo>
                    <a:cubicBezTo>
                      <a:pt x="7677" y="3621"/>
                      <a:pt x="7633" y="3622"/>
                      <a:pt x="7590" y="3623"/>
                    </a:cubicBezTo>
                    <a:cubicBezTo>
                      <a:pt x="6914" y="3644"/>
                      <a:pt x="6245" y="3792"/>
                      <a:pt x="5618" y="4043"/>
                    </a:cubicBezTo>
                    <a:cubicBezTo>
                      <a:pt x="5798" y="3841"/>
                      <a:pt x="5970" y="3627"/>
                      <a:pt x="6114" y="3398"/>
                    </a:cubicBezTo>
                    <a:cubicBezTo>
                      <a:pt x="6523" y="2745"/>
                      <a:pt x="6863" y="1910"/>
                      <a:pt x="6710" y="1127"/>
                    </a:cubicBezTo>
                    <a:cubicBezTo>
                      <a:pt x="6595" y="542"/>
                      <a:pt x="6079" y="0"/>
                      <a:pt x="54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0" name="Google Shape;1260;p163"/>
            <p:cNvSpPr/>
            <p:nvPr/>
          </p:nvSpPr>
          <p:spPr>
            <a:xfrm flipH="1" rot="-6147428">
              <a:off x="6469883" y="3074038"/>
              <a:ext cx="258138" cy="283502"/>
            </a:xfrm>
            <a:custGeom>
              <a:rect b="b" l="l" r="r" t="t"/>
              <a:pathLst>
                <a:path extrusionOk="0" h="8383" w="7633">
                  <a:moveTo>
                    <a:pt x="6872" y="1"/>
                  </a:moveTo>
                  <a:cubicBezTo>
                    <a:pt x="6115" y="1"/>
                    <a:pt x="6113" y="1179"/>
                    <a:pt x="6872" y="1179"/>
                  </a:cubicBezTo>
                  <a:cubicBezTo>
                    <a:pt x="6873" y="1179"/>
                    <a:pt x="6873" y="1179"/>
                    <a:pt x="6874" y="1179"/>
                  </a:cubicBezTo>
                  <a:cubicBezTo>
                    <a:pt x="7631" y="1179"/>
                    <a:pt x="7632" y="1"/>
                    <a:pt x="6872" y="1"/>
                  </a:cubicBezTo>
                  <a:close/>
                  <a:moveTo>
                    <a:pt x="759" y="1966"/>
                  </a:moveTo>
                  <a:cubicBezTo>
                    <a:pt x="2" y="1966"/>
                    <a:pt x="0" y="3144"/>
                    <a:pt x="759" y="3144"/>
                  </a:cubicBezTo>
                  <a:cubicBezTo>
                    <a:pt x="1518" y="3144"/>
                    <a:pt x="1520" y="1966"/>
                    <a:pt x="759" y="1966"/>
                  </a:cubicBezTo>
                  <a:close/>
                  <a:moveTo>
                    <a:pt x="4034" y="3276"/>
                  </a:moveTo>
                  <a:cubicBezTo>
                    <a:pt x="3277" y="3276"/>
                    <a:pt x="3275" y="4454"/>
                    <a:pt x="4034" y="4454"/>
                  </a:cubicBezTo>
                  <a:cubicBezTo>
                    <a:pt x="4792" y="4454"/>
                    <a:pt x="4793" y="3276"/>
                    <a:pt x="4034" y="3276"/>
                  </a:cubicBezTo>
                  <a:close/>
                  <a:moveTo>
                    <a:pt x="979" y="7206"/>
                  </a:moveTo>
                  <a:cubicBezTo>
                    <a:pt x="221" y="7206"/>
                    <a:pt x="218" y="8382"/>
                    <a:pt x="979" y="8382"/>
                  </a:cubicBezTo>
                  <a:cubicBezTo>
                    <a:pt x="1736" y="8382"/>
                    <a:pt x="1738" y="7206"/>
                    <a:pt x="979" y="72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1" name="Google Shape;1261;p163"/>
          <p:cNvSpPr/>
          <p:nvPr/>
        </p:nvSpPr>
        <p:spPr>
          <a:xfrm rot="6584380">
            <a:off x="6430093" y="805243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63"/>
          <p:cNvSpPr txBox="1"/>
          <p:nvPr>
            <p:ph type="title"/>
          </p:nvPr>
        </p:nvSpPr>
        <p:spPr>
          <a:xfrm>
            <a:off x="893458" y="436312"/>
            <a:ext cx="11631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6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164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rPr>
              <a:t>RFM Segmentation Methodology</a:t>
            </a:r>
            <a:endParaRPr b="1" sz="2400">
              <a:solidFill>
                <a:srgbClr val="F8FAFC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grpSp>
        <p:nvGrpSpPr>
          <p:cNvPr id="1269" name="Google Shape;1269;p164"/>
          <p:cNvGrpSpPr/>
          <p:nvPr/>
        </p:nvGrpSpPr>
        <p:grpSpPr>
          <a:xfrm>
            <a:off x="381000" y="952500"/>
            <a:ext cx="4191000" cy="1428900"/>
            <a:chOff x="381000" y="952500"/>
            <a:chExt cx="4191000" cy="1428900"/>
          </a:xfrm>
        </p:grpSpPr>
        <p:sp>
          <p:nvSpPr>
            <p:cNvPr id="1270" name="Google Shape;1270;p164"/>
            <p:cNvSpPr/>
            <p:nvPr/>
          </p:nvSpPr>
          <p:spPr>
            <a:xfrm>
              <a:off x="381000" y="952500"/>
              <a:ext cx="4191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4"/>
            <p:cNvSpPr txBox="1"/>
            <p:nvPr/>
          </p:nvSpPr>
          <p:spPr>
            <a:xfrm>
              <a:off x="571500" y="1095375"/>
              <a:ext cx="381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Core RFM Metrics</a:t>
              </a:r>
              <a:endParaRPr b="1" sz="1295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0369A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🕒 Recency (R):</a:t>
              </a:r>
              <a:r>
                <a:rPr lang="en" sz="925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Days since last transaction. </a:t>
              </a:r>
              <a:r>
                <a:rPr i="1" lang="en" sz="925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(Engagement freshness)</a:t>
              </a:r>
              <a:endParaRPr sz="925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6D28D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🔁 Frequency (F):</a:t>
              </a:r>
              <a:r>
                <a:rPr lang="en" sz="925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Total number of orders. </a:t>
              </a:r>
              <a:r>
                <a:rPr i="1" lang="en" sz="925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(Brand loyalty)</a:t>
              </a:r>
              <a:endParaRPr sz="925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C2410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💰 Monetary (M):</a:t>
              </a:r>
              <a:r>
                <a:rPr lang="en" sz="925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Total lifetime expenditure. </a:t>
              </a:r>
              <a:r>
                <a:rPr i="1" lang="en" sz="925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(Financial contribution)</a:t>
              </a:r>
              <a:endParaRPr sz="925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272" name="Google Shape;1272;p164"/>
          <p:cNvGrpSpPr/>
          <p:nvPr/>
        </p:nvGrpSpPr>
        <p:grpSpPr>
          <a:xfrm>
            <a:off x="381000" y="2524125"/>
            <a:ext cx="4191000" cy="1428900"/>
            <a:chOff x="381000" y="2524125"/>
            <a:chExt cx="4191000" cy="1428900"/>
          </a:xfrm>
        </p:grpSpPr>
        <p:sp>
          <p:nvSpPr>
            <p:cNvPr id="1273" name="Google Shape;1273;p164"/>
            <p:cNvSpPr/>
            <p:nvPr/>
          </p:nvSpPr>
          <p:spPr>
            <a:xfrm>
              <a:off x="381000" y="2524125"/>
              <a:ext cx="4191000" cy="1428900"/>
            </a:xfrm>
            <a:prstGeom prst="roundRect">
              <a:avLst>
                <a:gd fmla="val 8000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4"/>
            <p:cNvSpPr txBox="1"/>
            <p:nvPr/>
          </p:nvSpPr>
          <p:spPr>
            <a:xfrm>
              <a:off x="571500" y="2667000"/>
              <a:ext cx="381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369A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Applied Methodology</a:t>
              </a:r>
              <a:endParaRPr b="1" sz="1400">
                <a:solidFill>
                  <a:srgbClr val="0369A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We used the </a:t>
              </a:r>
              <a:r>
                <a:rPr b="1"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Quintile Method</a:t>
              </a:r>
              <a:r>
                <a:rPr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to partition </a:t>
              </a:r>
              <a:r>
                <a:rPr i="1"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Look</a:t>
              </a:r>
              <a:r>
                <a:rPr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's customer base into 5 equal brackets, each representing 20% of the population.</a:t>
              </a:r>
              <a:endParaRPr sz="10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275" name="Google Shape;1275;p164"/>
          <p:cNvGrpSpPr/>
          <p:nvPr/>
        </p:nvGrpSpPr>
        <p:grpSpPr>
          <a:xfrm>
            <a:off x="381000" y="4048125"/>
            <a:ext cx="4191000" cy="952500"/>
            <a:chOff x="381000" y="4048125"/>
            <a:chExt cx="4191000" cy="952500"/>
          </a:xfrm>
        </p:grpSpPr>
        <p:sp>
          <p:nvSpPr>
            <p:cNvPr id="1276" name="Google Shape;1276;p164"/>
            <p:cNvSpPr/>
            <p:nvPr/>
          </p:nvSpPr>
          <p:spPr>
            <a:xfrm>
              <a:off x="381000" y="4048125"/>
              <a:ext cx="4191000" cy="952500"/>
            </a:xfrm>
            <a:prstGeom prst="roundRect">
              <a:avLst>
                <a:gd fmla="val 12000" name="adj"/>
              </a:avLst>
            </a:prstGeom>
            <a:solidFill>
              <a:srgbClr val="F5F3FF"/>
            </a:solidFill>
            <a:ln cap="flat" cmpd="sng" w="9525">
              <a:solidFill>
                <a:srgbClr val="DDD6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4"/>
            <p:cNvSpPr txBox="1"/>
            <p:nvPr/>
          </p:nvSpPr>
          <p:spPr>
            <a:xfrm>
              <a:off x="571500" y="4191000"/>
              <a:ext cx="381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6D28D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Matrix Complexity</a:t>
              </a:r>
              <a:endParaRPr b="1" sz="1400">
                <a:solidFill>
                  <a:srgbClr val="6D28D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Generated </a:t>
              </a:r>
              <a:r>
                <a:rPr b="1"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125 MECE profiles</a:t>
              </a:r>
              <a:r>
                <a:rPr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(111 to 555) to map every possible customer lifecycle behavior.</a:t>
              </a:r>
              <a:endParaRPr sz="10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278" name="Google Shape;1278;p164"/>
          <p:cNvGrpSpPr/>
          <p:nvPr/>
        </p:nvGrpSpPr>
        <p:grpSpPr>
          <a:xfrm>
            <a:off x="4762500" y="952500"/>
            <a:ext cx="4000500" cy="4048200"/>
            <a:chOff x="4762500" y="952500"/>
            <a:chExt cx="4000500" cy="4048200"/>
          </a:xfrm>
        </p:grpSpPr>
        <p:sp>
          <p:nvSpPr>
            <p:cNvPr id="1279" name="Google Shape;1279;p164"/>
            <p:cNvSpPr/>
            <p:nvPr/>
          </p:nvSpPr>
          <p:spPr>
            <a:xfrm>
              <a:off x="4762500" y="952500"/>
              <a:ext cx="4000500" cy="4048200"/>
            </a:xfrm>
            <a:prstGeom prst="roundRect">
              <a:avLst>
                <a:gd fmla="val 2857" name="adj"/>
              </a:avLst>
            </a:prstGeom>
            <a:solidFill>
              <a:srgbClr val="FFF7ED"/>
            </a:solidFill>
            <a:ln cap="flat" cmpd="sng" w="9525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4"/>
            <p:cNvSpPr txBox="1"/>
            <p:nvPr/>
          </p:nvSpPr>
          <p:spPr>
            <a:xfrm>
              <a:off x="4953000" y="1095375"/>
              <a:ext cx="3619500" cy="37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C2410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Scoring Scale (Rank 1 - 5)</a:t>
              </a:r>
              <a:endParaRPr b="1" sz="1400">
                <a:solidFill>
                  <a:srgbClr val="C2410C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 5 (Premium Asset)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Highly active, high-frequency, top-tier spenders representing the most valuable customers.</a:t>
              </a:r>
              <a:endParaRPr sz="10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 1 (Dormant/Low-Value)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Prolonged absence, single-purchase buyers with minimal lifetime platform spend.</a:t>
              </a:r>
              <a:endParaRPr sz="10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6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65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rPr>
              <a:t>Detailed RFM Segment Definitions</a:t>
            </a:r>
            <a:endParaRPr b="1" sz="2400">
              <a:solidFill>
                <a:srgbClr val="F8FAFC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sp>
        <p:nvSpPr>
          <p:cNvPr id="1287" name="Google Shape;1287;p165"/>
          <p:cNvSpPr/>
          <p:nvPr/>
        </p:nvSpPr>
        <p:spPr>
          <a:xfrm>
            <a:off x="6096000" y="3714750"/>
            <a:ext cx="2667000" cy="12384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8" name="Google Shape;1288;p165"/>
          <p:cNvGrpSpPr/>
          <p:nvPr/>
        </p:nvGrpSpPr>
        <p:grpSpPr>
          <a:xfrm>
            <a:off x="381000" y="952500"/>
            <a:ext cx="8382000" cy="4000650"/>
            <a:chOff x="381000" y="952500"/>
            <a:chExt cx="8382000" cy="4000650"/>
          </a:xfrm>
        </p:grpSpPr>
        <p:sp>
          <p:nvSpPr>
            <p:cNvPr id="1289" name="Google Shape;1289;p165"/>
            <p:cNvSpPr/>
            <p:nvPr/>
          </p:nvSpPr>
          <p:spPr>
            <a:xfrm>
              <a:off x="381000" y="952500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5"/>
            <p:cNvSpPr txBox="1"/>
            <p:nvPr/>
          </p:nvSpPr>
          <p:spPr>
            <a:xfrm>
              <a:off x="523875" y="104775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Champions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555, 554, 544, 454...</a:t>
              </a:r>
              <a:endParaRPr i="1" sz="8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Purchased recently, frequent, high spend.</a:t>
              </a:r>
              <a:endParaRPr sz="900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596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0596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Reward, early access, referrals.</a:t>
              </a:r>
              <a:endParaRPr sz="900">
                <a:solidFill>
                  <a:srgbClr val="0596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291" name="Google Shape;1291;p165"/>
            <p:cNvSpPr/>
            <p:nvPr/>
          </p:nvSpPr>
          <p:spPr>
            <a:xfrm>
              <a:off x="3238500" y="952500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65"/>
            <p:cNvSpPr txBox="1"/>
            <p:nvPr/>
          </p:nvSpPr>
          <p:spPr>
            <a:xfrm>
              <a:off x="3381375" y="104775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Loyal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543, 444, 435, 355...</a:t>
              </a:r>
              <a:endParaRPr i="1" sz="8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Regular orders, promo engaged.</a:t>
              </a:r>
              <a:endParaRPr sz="900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Upsell, personalized, reviews.</a:t>
              </a:r>
              <a:endParaRPr sz="900">
                <a:solidFill>
                  <a:srgbClr val="2563E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293" name="Google Shape;1293;p165"/>
            <p:cNvSpPr/>
            <p:nvPr/>
          </p:nvSpPr>
          <p:spPr>
            <a:xfrm>
              <a:off x="6096000" y="952500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5"/>
            <p:cNvSpPr txBox="1"/>
            <p:nvPr/>
          </p:nvSpPr>
          <p:spPr>
            <a:xfrm>
              <a:off x="6238875" y="104775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Potential Loyalist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553, 551, 552, 541...</a:t>
              </a:r>
              <a:endParaRPr i="1" sz="8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Recently purchased, good spending.</a:t>
              </a:r>
              <a:endParaRPr sz="900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7C3AED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7C3AED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Loyalty programs, engagement.</a:t>
              </a:r>
              <a:endParaRPr sz="900">
                <a:solidFill>
                  <a:srgbClr val="7C3AED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295" name="Google Shape;1295;p165"/>
            <p:cNvSpPr/>
            <p:nvPr/>
          </p:nvSpPr>
          <p:spPr>
            <a:xfrm>
              <a:off x="381000" y="2333625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65"/>
            <p:cNvSpPr txBox="1"/>
            <p:nvPr/>
          </p:nvSpPr>
          <p:spPr>
            <a:xfrm>
              <a:off x="523875" y="2428875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Promising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525, 524, 523, 522...</a:t>
              </a:r>
              <a:endParaRPr i="1" sz="8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Former loyal, recently inactive.</a:t>
              </a:r>
              <a:endParaRPr sz="900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D97706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D97706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Offer discounts, win back.</a:t>
              </a:r>
              <a:endParaRPr sz="900">
                <a:solidFill>
                  <a:srgbClr val="D97706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297" name="Google Shape;1297;p165"/>
            <p:cNvSpPr/>
            <p:nvPr/>
          </p:nvSpPr>
          <p:spPr>
            <a:xfrm>
              <a:off x="3238500" y="2333625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65"/>
            <p:cNvSpPr txBox="1"/>
            <p:nvPr/>
          </p:nvSpPr>
          <p:spPr>
            <a:xfrm>
              <a:off x="3381375" y="2428875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New Customers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512, 511, 422, 421...</a:t>
              </a:r>
              <a:endParaRPr i="1" sz="8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Single or very recent transaction.</a:t>
              </a:r>
              <a:endParaRPr sz="900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891B2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0891B2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Onboarding, relationship building.</a:t>
              </a:r>
              <a:endParaRPr sz="900">
                <a:solidFill>
                  <a:srgbClr val="0891B2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299" name="Google Shape;1299;p165"/>
            <p:cNvSpPr/>
            <p:nvPr/>
          </p:nvSpPr>
          <p:spPr>
            <a:xfrm>
              <a:off x="6096000" y="2333625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5"/>
            <p:cNvSpPr txBox="1"/>
            <p:nvPr/>
          </p:nvSpPr>
          <p:spPr>
            <a:xfrm>
              <a:off x="6238875" y="2428875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Needs Attention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535, 534, 443, 434...</a:t>
              </a:r>
              <a:endParaRPr i="1" sz="8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Core customers inactive &gt;1 month.</a:t>
              </a:r>
              <a:endParaRPr sz="900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DC2626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DC2626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Limited promos, personalization.</a:t>
              </a:r>
              <a:endParaRPr sz="900">
                <a:solidFill>
                  <a:srgbClr val="DC2626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301" name="Google Shape;1301;p165"/>
            <p:cNvSpPr/>
            <p:nvPr/>
          </p:nvSpPr>
          <p:spPr>
            <a:xfrm>
              <a:off x="381000" y="3714750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5"/>
            <p:cNvSpPr txBox="1"/>
            <p:nvPr/>
          </p:nvSpPr>
          <p:spPr>
            <a:xfrm>
              <a:off x="523875" y="381000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At Risk / Can't Lose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R low (1,2), F/M mid-high</a:t>
              </a:r>
              <a:endParaRPr i="1" sz="8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High historical value, now dormant.</a:t>
              </a:r>
              <a:endParaRPr sz="900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9333E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9333E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Regain through high personalization.</a:t>
              </a:r>
              <a:endParaRPr sz="900">
                <a:solidFill>
                  <a:srgbClr val="9333E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303" name="Google Shape;1303;p165"/>
            <p:cNvSpPr/>
            <p:nvPr/>
          </p:nvSpPr>
          <p:spPr>
            <a:xfrm>
              <a:off x="3238500" y="3714750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65"/>
            <p:cNvSpPr txBox="1"/>
            <p:nvPr/>
          </p:nvSpPr>
          <p:spPr>
            <a:xfrm>
              <a:off x="3381375" y="381000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Hibernating</a:t>
              </a:r>
              <a:endParaRPr b="1" sz="12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Low R, low F, low/mid M</a:t>
              </a:r>
              <a:endParaRPr i="1" sz="8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33415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Purchase long ago, still interactive.</a:t>
              </a:r>
              <a:endParaRPr sz="900">
                <a:solidFill>
                  <a:srgbClr val="33415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B5563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4B5563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Re-engage with specific discounts.</a:t>
              </a:r>
              <a:endParaRPr sz="900">
                <a:solidFill>
                  <a:srgbClr val="4B5563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305" name="Google Shape;1305;p165"/>
            <p:cNvSpPr txBox="1"/>
            <p:nvPr/>
          </p:nvSpPr>
          <p:spPr>
            <a:xfrm>
              <a:off x="6238875" y="381000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Lost</a:t>
              </a:r>
              <a:endParaRPr b="1" sz="12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94A3B8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Scores: 111, 112, 121...</a:t>
              </a:r>
              <a:endParaRPr i="1" sz="8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DNA:</a:t>
              </a:r>
              <a:r>
                <a:rPr lang="en" sz="9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Long absence, zero interaction.</a:t>
              </a:r>
              <a:endParaRPr sz="9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Action:</a:t>
              </a:r>
              <a:r>
                <a:rPr lang="en" sz="9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Exclude from outreach campaigns.</a:t>
              </a:r>
              <a:endParaRPr sz="9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6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1" name="Google Shape;1311;p166"/>
          <p:cNvGrpSpPr/>
          <p:nvPr/>
        </p:nvGrpSpPr>
        <p:grpSpPr>
          <a:xfrm>
            <a:off x="476250" y="95250"/>
            <a:ext cx="8191500" cy="571500"/>
            <a:chOff x="476250" y="95250"/>
            <a:chExt cx="8191500" cy="571500"/>
          </a:xfrm>
        </p:grpSpPr>
        <p:sp>
          <p:nvSpPr>
            <p:cNvPr id="1312" name="Google Shape;1312;p166"/>
            <p:cNvSpPr/>
            <p:nvPr/>
          </p:nvSpPr>
          <p:spPr>
            <a:xfrm>
              <a:off x="476250" y="9525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6"/>
            <p:cNvSpPr txBox="1"/>
            <p:nvPr/>
          </p:nvSpPr>
          <p:spPr>
            <a:xfrm>
              <a:off x="476250" y="9525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8FAFC"/>
                  </a:solidFill>
                  <a:latin typeface="Martel"/>
                  <a:ea typeface="Martel"/>
                  <a:cs typeface="Martel"/>
                  <a:sym typeface="Martel"/>
                </a:rPr>
                <a:t>RFM Segmentation Insights</a:t>
              </a:r>
              <a:endParaRPr b="1" sz="280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endParaRPr>
            </a:p>
          </p:txBody>
        </p:sp>
      </p:grpSp>
      <p:grpSp>
        <p:nvGrpSpPr>
          <p:cNvPr id="1314" name="Google Shape;1314;p166"/>
          <p:cNvGrpSpPr/>
          <p:nvPr/>
        </p:nvGrpSpPr>
        <p:grpSpPr>
          <a:xfrm>
            <a:off x="381000" y="1047750"/>
            <a:ext cx="3143400" cy="1143000"/>
            <a:chOff x="381000" y="1047750"/>
            <a:chExt cx="3143400" cy="1143000"/>
          </a:xfrm>
        </p:grpSpPr>
        <p:sp>
          <p:nvSpPr>
            <p:cNvPr id="1315" name="Google Shape;1315;p166"/>
            <p:cNvSpPr/>
            <p:nvPr/>
          </p:nvSpPr>
          <p:spPr>
            <a:xfrm>
              <a:off x="381000" y="1047750"/>
              <a:ext cx="3143400" cy="1143000"/>
            </a:xfrm>
            <a:prstGeom prst="roundRect">
              <a:avLst>
                <a:gd fmla="val 6666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66"/>
            <p:cNvSpPr txBox="1"/>
            <p:nvPr/>
          </p:nvSpPr>
          <p:spPr>
            <a:xfrm>
              <a:off x="523875" y="1143000"/>
              <a:ext cx="285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369A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1. Revenue Instability</a:t>
              </a:r>
              <a:endParaRPr b="1" sz="1100">
                <a:solidFill>
                  <a:srgbClr val="0369A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Platform revenue is entirely dependent on continuous new customer acquisition. Most customers churn after 1-2 transactions.</a:t>
              </a:r>
              <a:endParaRPr b="0" sz="10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317" name="Google Shape;1317;p166"/>
          <p:cNvGrpSpPr/>
          <p:nvPr/>
        </p:nvGrpSpPr>
        <p:grpSpPr>
          <a:xfrm>
            <a:off x="381000" y="2381250"/>
            <a:ext cx="3143400" cy="1143000"/>
            <a:chOff x="381000" y="2381250"/>
            <a:chExt cx="3143400" cy="1143000"/>
          </a:xfrm>
        </p:grpSpPr>
        <p:sp>
          <p:nvSpPr>
            <p:cNvPr id="1318" name="Google Shape;1318;p166"/>
            <p:cNvSpPr/>
            <p:nvPr/>
          </p:nvSpPr>
          <p:spPr>
            <a:xfrm>
              <a:off x="381000" y="2381250"/>
              <a:ext cx="3143400" cy="1143000"/>
            </a:xfrm>
            <a:prstGeom prst="roundRect">
              <a:avLst>
                <a:gd fmla="val 6666" name="adj"/>
              </a:avLst>
            </a:prstGeom>
            <a:solidFill>
              <a:srgbClr val="F5F3FF"/>
            </a:solidFill>
            <a:ln cap="flat" cmpd="sng" w="9525">
              <a:solidFill>
                <a:srgbClr val="DDD6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66"/>
            <p:cNvSpPr txBox="1"/>
            <p:nvPr/>
          </p:nvSpPr>
          <p:spPr>
            <a:xfrm>
              <a:off x="523875" y="2476500"/>
              <a:ext cx="285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D28D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2. High-Value Attrition</a:t>
              </a:r>
              <a:endParaRPr b="1" sz="1100">
                <a:solidFill>
                  <a:srgbClr val="6D28D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13,000+ customers are 'Hibernating' or 'Lost'. The high-spend 'Cannot Lose Them' segment ($1.33M) is inactive.</a:t>
              </a:r>
              <a:endParaRPr b="0" sz="10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320" name="Google Shape;1320;p166"/>
          <p:cNvGrpSpPr/>
          <p:nvPr/>
        </p:nvGrpSpPr>
        <p:grpSpPr>
          <a:xfrm>
            <a:off x="381000" y="3714750"/>
            <a:ext cx="3143400" cy="1143000"/>
            <a:chOff x="381000" y="3714750"/>
            <a:chExt cx="3143400" cy="1143000"/>
          </a:xfrm>
        </p:grpSpPr>
        <p:sp>
          <p:nvSpPr>
            <p:cNvPr id="1321" name="Google Shape;1321;p166"/>
            <p:cNvSpPr/>
            <p:nvPr/>
          </p:nvSpPr>
          <p:spPr>
            <a:xfrm>
              <a:off x="381000" y="3714750"/>
              <a:ext cx="3143400" cy="1143000"/>
            </a:xfrm>
            <a:prstGeom prst="roundRect">
              <a:avLst>
                <a:gd fmla="val 6666" name="adj"/>
              </a:avLst>
            </a:prstGeom>
            <a:solidFill>
              <a:srgbClr val="FFF7ED"/>
            </a:solidFill>
            <a:ln cap="flat" cmpd="sng" w="9525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66"/>
            <p:cNvSpPr txBox="1"/>
            <p:nvPr/>
          </p:nvSpPr>
          <p:spPr>
            <a:xfrm>
              <a:off x="523875" y="3810000"/>
              <a:ext cx="285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C2410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3. The "One-Hit Wonder"</a:t>
              </a:r>
              <a:endParaRPr b="1" sz="1100">
                <a:solidFill>
                  <a:srgbClr val="C2410C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18.51% CR is inflated by impulse buyers who leave due to poor post-purchase experiences.</a:t>
              </a:r>
              <a:endParaRPr b="0" sz="10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1323" name="Google Shape;1323;p166" title="newplo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0875" y="1119463"/>
            <a:ext cx="5314799" cy="3666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6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67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rPr>
              <a:t>Multi-Year Cohort Retention Analysis</a:t>
            </a:r>
            <a:endParaRPr b="1" sz="2400">
              <a:solidFill>
                <a:srgbClr val="F8FAFC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grpSp>
        <p:nvGrpSpPr>
          <p:cNvPr id="1330" name="Google Shape;1330;p167"/>
          <p:cNvGrpSpPr/>
          <p:nvPr/>
        </p:nvGrpSpPr>
        <p:grpSpPr>
          <a:xfrm>
            <a:off x="381000" y="952500"/>
            <a:ext cx="8382000" cy="1047900"/>
            <a:chOff x="381000" y="952500"/>
            <a:chExt cx="8382000" cy="1047900"/>
          </a:xfrm>
        </p:grpSpPr>
        <p:sp>
          <p:nvSpPr>
            <p:cNvPr id="1331" name="Google Shape;1331;p167"/>
            <p:cNvSpPr/>
            <p:nvPr/>
          </p:nvSpPr>
          <p:spPr>
            <a:xfrm>
              <a:off x="381000" y="952500"/>
              <a:ext cx="83820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67"/>
            <p:cNvSpPr txBox="1"/>
            <p:nvPr/>
          </p:nvSpPr>
          <p:spPr>
            <a:xfrm>
              <a:off x="571500" y="1047750"/>
              <a:ext cx="8001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CORE FINDING: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Multi-year cohort analysis exposes a chronic, platform-wide retention deficit across all historical brackets.</a:t>
              </a:r>
              <a:endParaRPr sz="11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Upon entering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Year 1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, the platform experiences an immediate and severe drop-off, with retention capped at a stagnant </a:t>
              </a:r>
              <a:r>
                <a:rPr b="1" lang="en" sz="1100">
                  <a:solidFill>
                    <a:srgbClr val="B91C1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18% – 27%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range, followed by a continuous decay.</a:t>
              </a:r>
              <a:endParaRPr sz="11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1333" name="Google Shape;1333;p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6725" y="2095500"/>
            <a:ext cx="4488000" cy="285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4" name="Google Shape;1334;p167"/>
          <p:cNvGrpSpPr/>
          <p:nvPr/>
        </p:nvGrpSpPr>
        <p:grpSpPr>
          <a:xfrm>
            <a:off x="381000" y="2095500"/>
            <a:ext cx="3619500" cy="2190900"/>
            <a:chOff x="381000" y="2095500"/>
            <a:chExt cx="3619500" cy="2190900"/>
          </a:xfrm>
        </p:grpSpPr>
        <p:sp>
          <p:nvSpPr>
            <p:cNvPr id="1335" name="Google Shape;1335;p167"/>
            <p:cNvSpPr txBox="1"/>
            <p:nvPr/>
          </p:nvSpPr>
          <p:spPr>
            <a:xfrm>
              <a:off x="381000" y="2095500"/>
              <a:ext cx="3429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Empirical Evidence (Data Proof-Points)</a:t>
              </a:r>
              <a:endParaRPr b="1" sz="12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grpSp>
          <p:nvGrpSpPr>
            <p:cNvPr id="1336" name="Google Shape;1336;p167"/>
            <p:cNvGrpSpPr/>
            <p:nvPr/>
          </p:nvGrpSpPr>
          <p:grpSpPr>
            <a:xfrm>
              <a:off x="381000" y="2476500"/>
              <a:ext cx="3619500" cy="857400"/>
              <a:chOff x="381000" y="2476500"/>
              <a:chExt cx="3619500" cy="857400"/>
            </a:xfrm>
          </p:grpSpPr>
          <p:sp>
            <p:nvSpPr>
              <p:cNvPr id="1337" name="Google Shape;1337;p167"/>
              <p:cNvSpPr/>
              <p:nvPr/>
            </p:nvSpPr>
            <p:spPr>
              <a:xfrm>
                <a:off x="381000" y="2476500"/>
                <a:ext cx="3619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167"/>
              <p:cNvSpPr txBox="1"/>
              <p:nvPr/>
            </p:nvSpPr>
            <p:spPr>
              <a:xfrm>
                <a:off x="523875" y="2476500"/>
                <a:ext cx="33339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2019 Cohort</a:t>
                </a:r>
                <a:endParaRPr b="1" sz="10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47556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Retention collapsed to </a:t>
                </a:r>
                <a:r>
                  <a:rPr b="1" lang="en" sz="1000">
                    <a:solidFill>
                      <a:srgbClr val="B91C1C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17.6%</a:t>
                </a:r>
                <a:r>
                  <a:rPr lang="en" sz="1000">
                    <a:solidFill>
                      <a:srgbClr val="47556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 in Year 1 and progressively degraded to a marginal </a:t>
                </a:r>
                <a:r>
                  <a:rPr b="1" lang="en" sz="1000">
                    <a:solidFill>
                      <a:srgbClr val="B91C1C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8.1%</a:t>
                </a:r>
                <a:r>
                  <a:rPr lang="en" sz="1000">
                    <a:solidFill>
                      <a:srgbClr val="47556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 by Year 5.</a:t>
                </a:r>
                <a:endParaRPr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  <p:grpSp>
          <p:nvGrpSpPr>
            <p:cNvPr id="1339" name="Google Shape;1339;p167"/>
            <p:cNvGrpSpPr/>
            <p:nvPr/>
          </p:nvGrpSpPr>
          <p:grpSpPr>
            <a:xfrm>
              <a:off x="381000" y="3429000"/>
              <a:ext cx="3619500" cy="857400"/>
              <a:chOff x="381000" y="3429000"/>
              <a:chExt cx="3619500" cy="857400"/>
            </a:xfrm>
          </p:grpSpPr>
          <p:sp>
            <p:nvSpPr>
              <p:cNvPr id="1340" name="Google Shape;1340;p167"/>
              <p:cNvSpPr/>
              <p:nvPr/>
            </p:nvSpPr>
            <p:spPr>
              <a:xfrm>
                <a:off x="381000" y="3429000"/>
                <a:ext cx="3619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167"/>
              <p:cNvSpPr txBox="1"/>
              <p:nvPr/>
            </p:nvSpPr>
            <p:spPr>
              <a:xfrm>
                <a:off x="523875" y="3429000"/>
                <a:ext cx="33339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2020 Cohort</a:t>
                </a:r>
                <a:endParaRPr b="1" sz="10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47556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Replicated an identical decay curve, capturing only </a:t>
                </a:r>
                <a:r>
                  <a:rPr b="1" lang="en" sz="1000">
                    <a:solidFill>
                      <a:srgbClr val="B91C1C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19.6%</a:t>
                </a:r>
                <a:r>
                  <a:rPr lang="en" sz="1000">
                    <a:solidFill>
                      <a:srgbClr val="47556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 in Year 1 and dropping to a trough of </a:t>
                </a:r>
                <a:r>
                  <a:rPr b="1" lang="en" sz="1000">
                    <a:solidFill>
                      <a:srgbClr val="B91C1C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7.2%</a:t>
                </a:r>
                <a:r>
                  <a:rPr lang="en" sz="1000">
                    <a:solidFill>
                      <a:srgbClr val="475569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 by Year 4.</a:t>
                </a:r>
                <a:endParaRPr sz="10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6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68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9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rPr>
              <a:t>Executive Summary: Refuting Loyalty Hypothesis</a:t>
            </a:r>
            <a:endParaRPr b="1" sz="2590">
              <a:solidFill>
                <a:srgbClr val="F8FAFC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sp>
        <p:nvSpPr>
          <p:cNvPr id="1348" name="Google Shape;1348;p168"/>
          <p:cNvSpPr txBox="1"/>
          <p:nvPr/>
        </p:nvSpPr>
        <p:spPr>
          <a:xfrm>
            <a:off x="381000" y="857250"/>
            <a:ext cx="838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The hypothesis that high conversion is driven by loyalty is empirically refuted.</a:t>
            </a:r>
            <a:endParaRPr b="0" sz="1400">
              <a:solidFill>
                <a:srgbClr val="475569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1349" name="Google Shape;1349;p168"/>
          <p:cNvGrpSpPr/>
          <p:nvPr/>
        </p:nvGrpSpPr>
        <p:grpSpPr>
          <a:xfrm>
            <a:off x="381000" y="1333500"/>
            <a:ext cx="4095900" cy="3238500"/>
            <a:chOff x="381000" y="1333500"/>
            <a:chExt cx="4095900" cy="3238500"/>
          </a:xfrm>
        </p:grpSpPr>
        <p:sp>
          <p:nvSpPr>
            <p:cNvPr id="1350" name="Google Shape;1350;p168"/>
            <p:cNvSpPr/>
            <p:nvPr/>
          </p:nvSpPr>
          <p:spPr>
            <a:xfrm>
              <a:off x="381000" y="133350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68"/>
            <p:cNvSpPr txBox="1"/>
            <p:nvPr/>
          </p:nvSpPr>
          <p:spPr>
            <a:xfrm>
              <a:off x="571500" y="1524000"/>
              <a:ext cx="37149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RFM Analysis Insights</a:t>
              </a:r>
              <a:endParaRPr b="1" i="0" sz="14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platform excels at acquisition but fails at retention.</a:t>
              </a:r>
              <a:endParaRPr b="0" i="0" sz="11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Dominant Segments </a:t>
              </a:r>
              <a:r>
                <a:rPr b="0" i="0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'New Customers' and 'Promising' (~</a:t>
              </a:r>
              <a:r>
                <a:rPr b="1" i="0" lang="en" sz="11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29k</a:t>
              </a:r>
              <a:r>
                <a:rPr b="0" i="0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individuals) drive primary revenue.</a:t>
              </a:r>
              <a:endParaRPr b="1" i="0" sz="14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i="0" lang="en" sz="1400">
                  <a:solidFill>
                    <a:srgbClr val="B91C1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Retention Gap </a:t>
              </a:r>
              <a:r>
                <a:rPr b="0" i="0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loyal 'Champions' segment is exceptionally small.</a:t>
              </a:r>
              <a:endParaRPr b="1" i="0" sz="14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sp>
        <p:nvSpPr>
          <p:cNvPr id="1352" name="Google Shape;1352;p168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3" name="Google Shape;1353;p168"/>
          <p:cNvGrpSpPr/>
          <p:nvPr/>
        </p:nvGrpSpPr>
        <p:grpSpPr>
          <a:xfrm>
            <a:off x="4667250" y="1333500"/>
            <a:ext cx="4095900" cy="3238500"/>
            <a:chOff x="4667250" y="1333500"/>
            <a:chExt cx="4095900" cy="3238500"/>
          </a:xfrm>
        </p:grpSpPr>
        <p:sp>
          <p:nvSpPr>
            <p:cNvPr id="1354" name="Google Shape;1354;p168"/>
            <p:cNvSpPr/>
            <p:nvPr/>
          </p:nvSpPr>
          <p:spPr>
            <a:xfrm>
              <a:off x="4667250" y="133350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68"/>
            <p:cNvSpPr txBox="1"/>
            <p:nvPr/>
          </p:nvSpPr>
          <p:spPr>
            <a:xfrm>
              <a:off x="4857750" y="1524000"/>
              <a:ext cx="37149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0F172A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Cohort Analysis Insights</a:t>
              </a:r>
              <a:endParaRPr b="1" i="0" sz="14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Platform-wide retention deficit confirmed across all years.</a:t>
              </a:r>
              <a:endParaRPr b="0" i="0" sz="11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Year 1 Drop-off </a:t>
              </a:r>
              <a:r>
                <a:rPr b="0" i="0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Retention plummets to </a:t>
              </a:r>
              <a:r>
                <a:rPr b="1" i="0" lang="en" sz="11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18% – 27%</a:t>
              </a:r>
              <a:r>
                <a:rPr b="0" i="0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by the second year.</a:t>
              </a:r>
              <a:endParaRPr b="1" i="0" sz="14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i="0" lang="en" sz="1400">
                  <a:solidFill>
                    <a:srgbClr val="B91C1C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Long-term Attrition </a:t>
              </a:r>
              <a:r>
                <a:rPr b="0" i="0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Continuous decay confirms existing customers aren't a sustainable foundation.</a:t>
              </a:r>
              <a:endParaRPr b="1" i="0" sz="1400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69"/>
          <p:cNvSpPr/>
          <p:nvPr/>
        </p:nvSpPr>
        <p:spPr>
          <a:xfrm>
            <a:off x="709625" y="3146025"/>
            <a:ext cx="4709700" cy="1689900"/>
          </a:xfrm>
          <a:prstGeom prst="roundRect">
            <a:avLst>
              <a:gd fmla="val 9941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69"/>
          <p:cNvSpPr txBox="1"/>
          <p:nvPr>
            <p:ph idx="1" type="subTitle"/>
          </p:nvPr>
        </p:nvSpPr>
        <p:spPr>
          <a:xfrm>
            <a:off x="906050" y="3293325"/>
            <a:ext cx="4245000" cy="13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FLOW ANALYSIS </a:t>
            </a:r>
            <a:endParaRPr/>
          </a:p>
        </p:txBody>
      </p:sp>
      <p:sp>
        <p:nvSpPr>
          <p:cNvPr id="1362" name="Google Shape;1362;p169"/>
          <p:cNvSpPr/>
          <p:nvPr/>
        </p:nvSpPr>
        <p:spPr>
          <a:xfrm>
            <a:off x="703858" y="2216000"/>
            <a:ext cx="1359300" cy="825300"/>
          </a:xfrm>
          <a:prstGeom prst="roundRect">
            <a:avLst>
              <a:gd fmla="val 83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3" name="Google Shape;1363;p169"/>
          <p:cNvGrpSpPr/>
          <p:nvPr/>
        </p:nvGrpSpPr>
        <p:grpSpPr>
          <a:xfrm>
            <a:off x="5511756" y="1137930"/>
            <a:ext cx="2391383" cy="2016227"/>
            <a:chOff x="6039344" y="2586726"/>
            <a:chExt cx="2391383" cy="2016227"/>
          </a:xfrm>
        </p:grpSpPr>
        <p:sp>
          <p:nvSpPr>
            <p:cNvPr id="1364" name="Google Shape;1364;p169"/>
            <p:cNvSpPr/>
            <p:nvPr/>
          </p:nvSpPr>
          <p:spPr>
            <a:xfrm flipH="1">
              <a:off x="6039361" y="3887375"/>
              <a:ext cx="1119224" cy="329213"/>
            </a:xfrm>
            <a:custGeom>
              <a:rect b="b" l="l" r="r" t="t"/>
              <a:pathLst>
                <a:path extrusionOk="0" h="9735" w="33096">
                  <a:moveTo>
                    <a:pt x="2420" y="1"/>
                  </a:moveTo>
                  <a:cubicBezTo>
                    <a:pt x="1085" y="1"/>
                    <a:pt x="1" y="1081"/>
                    <a:pt x="1" y="2417"/>
                  </a:cubicBezTo>
                  <a:lnTo>
                    <a:pt x="1" y="7319"/>
                  </a:lnTo>
                  <a:cubicBezTo>
                    <a:pt x="1" y="8653"/>
                    <a:pt x="1085" y="9734"/>
                    <a:pt x="2420" y="9734"/>
                  </a:cubicBezTo>
                  <a:lnTo>
                    <a:pt x="30681" y="9734"/>
                  </a:lnTo>
                  <a:cubicBezTo>
                    <a:pt x="32016" y="9734"/>
                    <a:pt x="33095" y="8653"/>
                    <a:pt x="33095" y="7319"/>
                  </a:cubicBezTo>
                  <a:lnTo>
                    <a:pt x="33095" y="2417"/>
                  </a:lnTo>
                  <a:cubicBezTo>
                    <a:pt x="33095" y="1081"/>
                    <a:pt x="32016" y="1"/>
                    <a:pt x="306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69"/>
            <p:cNvSpPr/>
            <p:nvPr/>
          </p:nvSpPr>
          <p:spPr>
            <a:xfrm flipH="1">
              <a:off x="6039344" y="2884269"/>
              <a:ext cx="1298604" cy="932158"/>
            </a:xfrm>
            <a:custGeom>
              <a:rect b="b" l="l" r="r" t="t"/>
              <a:pathLst>
                <a:path extrusionOk="0" h="31059" w="33096">
                  <a:moveTo>
                    <a:pt x="2420" y="0"/>
                  </a:moveTo>
                  <a:cubicBezTo>
                    <a:pt x="1085" y="0"/>
                    <a:pt x="1" y="1083"/>
                    <a:pt x="1" y="2419"/>
                  </a:cubicBezTo>
                  <a:lnTo>
                    <a:pt x="1" y="28643"/>
                  </a:lnTo>
                  <a:cubicBezTo>
                    <a:pt x="1" y="29977"/>
                    <a:pt x="1085" y="31058"/>
                    <a:pt x="2420" y="31058"/>
                  </a:cubicBezTo>
                  <a:lnTo>
                    <a:pt x="30681" y="31058"/>
                  </a:lnTo>
                  <a:cubicBezTo>
                    <a:pt x="32016" y="31058"/>
                    <a:pt x="33095" y="29977"/>
                    <a:pt x="33095" y="28643"/>
                  </a:cubicBezTo>
                  <a:lnTo>
                    <a:pt x="33095" y="2419"/>
                  </a:lnTo>
                  <a:cubicBezTo>
                    <a:pt x="33095" y="1083"/>
                    <a:pt x="32016" y="0"/>
                    <a:pt x="30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69"/>
            <p:cNvSpPr/>
            <p:nvPr/>
          </p:nvSpPr>
          <p:spPr>
            <a:xfrm flipH="1">
              <a:off x="7419178" y="2586726"/>
              <a:ext cx="1011549" cy="1481133"/>
            </a:xfrm>
            <a:custGeom>
              <a:rect b="b" l="l" r="r" t="t"/>
              <a:pathLst>
                <a:path extrusionOk="0" h="39786" w="29912">
                  <a:moveTo>
                    <a:pt x="2420" y="0"/>
                  </a:moveTo>
                  <a:cubicBezTo>
                    <a:pt x="1086" y="0"/>
                    <a:pt x="1" y="1085"/>
                    <a:pt x="1" y="2419"/>
                  </a:cubicBezTo>
                  <a:lnTo>
                    <a:pt x="1" y="37370"/>
                  </a:lnTo>
                  <a:cubicBezTo>
                    <a:pt x="1" y="38704"/>
                    <a:pt x="1086" y="39785"/>
                    <a:pt x="2420" y="39785"/>
                  </a:cubicBezTo>
                  <a:lnTo>
                    <a:pt x="27497" y="39785"/>
                  </a:lnTo>
                  <a:cubicBezTo>
                    <a:pt x="28831" y="39785"/>
                    <a:pt x="29911" y="38704"/>
                    <a:pt x="29911" y="37370"/>
                  </a:cubicBezTo>
                  <a:lnTo>
                    <a:pt x="29911" y="2419"/>
                  </a:lnTo>
                  <a:cubicBezTo>
                    <a:pt x="29911" y="1085"/>
                    <a:pt x="28831" y="0"/>
                    <a:pt x="2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7" name="Google Shape;1367;p169"/>
            <p:cNvGrpSpPr/>
            <p:nvPr/>
          </p:nvGrpSpPr>
          <p:grpSpPr>
            <a:xfrm flipH="1">
              <a:off x="6432429" y="3085999"/>
              <a:ext cx="1186682" cy="1516954"/>
              <a:chOff x="1259630" y="2290550"/>
              <a:chExt cx="777999" cy="994659"/>
            </a:xfrm>
          </p:grpSpPr>
          <p:sp>
            <p:nvSpPr>
              <p:cNvPr id="1368" name="Google Shape;1368;p169"/>
              <p:cNvSpPr/>
              <p:nvPr/>
            </p:nvSpPr>
            <p:spPr>
              <a:xfrm>
                <a:off x="1259630" y="2593309"/>
                <a:ext cx="777999" cy="691900"/>
              </a:xfrm>
              <a:custGeom>
                <a:rect b="b" l="l" r="r" t="t"/>
                <a:pathLst>
                  <a:path extrusionOk="0" h="20042" w="22536">
                    <a:moveTo>
                      <a:pt x="5119" y="1"/>
                    </a:moveTo>
                    <a:lnTo>
                      <a:pt x="1" y="20042"/>
                    </a:lnTo>
                    <a:lnTo>
                      <a:pt x="22535" y="20042"/>
                    </a:lnTo>
                    <a:lnTo>
                      <a:pt x="174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169"/>
              <p:cNvSpPr/>
              <p:nvPr/>
            </p:nvSpPr>
            <p:spPr>
              <a:xfrm>
                <a:off x="1465658" y="2290550"/>
                <a:ext cx="367216" cy="376917"/>
              </a:xfrm>
              <a:custGeom>
                <a:rect b="b" l="l" r="r" t="t"/>
                <a:pathLst>
                  <a:path extrusionOk="0" h="10918" w="10637">
                    <a:moveTo>
                      <a:pt x="5339" y="1"/>
                    </a:moveTo>
                    <a:cubicBezTo>
                      <a:pt x="4715" y="1"/>
                      <a:pt x="4091" y="118"/>
                      <a:pt x="3501" y="359"/>
                    </a:cubicBezTo>
                    <a:cubicBezTo>
                      <a:pt x="2033" y="957"/>
                      <a:pt x="909" y="2241"/>
                      <a:pt x="517" y="3776"/>
                    </a:cubicBezTo>
                    <a:cubicBezTo>
                      <a:pt x="1" y="5791"/>
                      <a:pt x="608" y="7824"/>
                      <a:pt x="1291" y="9725"/>
                    </a:cubicBezTo>
                    <a:lnTo>
                      <a:pt x="1087" y="9522"/>
                    </a:lnTo>
                    <a:cubicBezTo>
                      <a:pt x="1058" y="9492"/>
                      <a:pt x="1024" y="9480"/>
                      <a:pt x="992" y="9480"/>
                    </a:cubicBezTo>
                    <a:cubicBezTo>
                      <a:pt x="880" y="9480"/>
                      <a:pt x="780" y="9625"/>
                      <a:pt x="884" y="9727"/>
                    </a:cubicBezTo>
                    <a:lnTo>
                      <a:pt x="1356" y="10199"/>
                    </a:lnTo>
                    <a:lnTo>
                      <a:pt x="884" y="10671"/>
                    </a:lnTo>
                    <a:cubicBezTo>
                      <a:pt x="780" y="10771"/>
                      <a:pt x="880" y="10917"/>
                      <a:pt x="991" y="10917"/>
                    </a:cubicBezTo>
                    <a:cubicBezTo>
                      <a:pt x="1024" y="10917"/>
                      <a:pt x="1058" y="10905"/>
                      <a:pt x="1087" y="10875"/>
                    </a:cubicBezTo>
                    <a:lnTo>
                      <a:pt x="1561" y="10403"/>
                    </a:lnTo>
                    <a:lnTo>
                      <a:pt x="2031" y="10875"/>
                    </a:lnTo>
                    <a:cubicBezTo>
                      <a:pt x="2060" y="10905"/>
                      <a:pt x="2094" y="10917"/>
                      <a:pt x="2127" y="10917"/>
                    </a:cubicBezTo>
                    <a:cubicBezTo>
                      <a:pt x="2238" y="10917"/>
                      <a:pt x="2338" y="10771"/>
                      <a:pt x="2236" y="10671"/>
                    </a:cubicBezTo>
                    <a:lnTo>
                      <a:pt x="1762" y="10199"/>
                    </a:lnTo>
                    <a:lnTo>
                      <a:pt x="2236" y="9727"/>
                    </a:lnTo>
                    <a:cubicBezTo>
                      <a:pt x="2338" y="9625"/>
                      <a:pt x="2238" y="9480"/>
                      <a:pt x="2126" y="9480"/>
                    </a:cubicBezTo>
                    <a:cubicBezTo>
                      <a:pt x="2094" y="9480"/>
                      <a:pt x="2060" y="9492"/>
                      <a:pt x="2031" y="9522"/>
                    </a:cubicBezTo>
                    <a:lnTo>
                      <a:pt x="1658" y="9897"/>
                    </a:lnTo>
                    <a:cubicBezTo>
                      <a:pt x="1041" y="8203"/>
                      <a:pt x="442" y="6422"/>
                      <a:pt x="656" y="4596"/>
                    </a:cubicBezTo>
                    <a:cubicBezTo>
                      <a:pt x="841" y="3014"/>
                      <a:pt x="1727" y="1621"/>
                      <a:pt x="3133" y="852"/>
                    </a:cubicBezTo>
                    <a:cubicBezTo>
                      <a:pt x="3822" y="475"/>
                      <a:pt x="4583" y="289"/>
                      <a:pt x="5346" y="289"/>
                    </a:cubicBezTo>
                    <a:cubicBezTo>
                      <a:pt x="6054" y="289"/>
                      <a:pt x="6763" y="449"/>
                      <a:pt x="7418" y="765"/>
                    </a:cubicBezTo>
                    <a:cubicBezTo>
                      <a:pt x="8877" y="1468"/>
                      <a:pt x="9792" y="2856"/>
                      <a:pt x="10092" y="4426"/>
                    </a:cubicBezTo>
                    <a:cubicBezTo>
                      <a:pt x="10453" y="6320"/>
                      <a:pt x="9917" y="8227"/>
                      <a:pt x="9129" y="9946"/>
                    </a:cubicBezTo>
                    <a:lnTo>
                      <a:pt x="8704" y="9522"/>
                    </a:lnTo>
                    <a:cubicBezTo>
                      <a:pt x="8675" y="9492"/>
                      <a:pt x="8641" y="9480"/>
                      <a:pt x="8609" y="9480"/>
                    </a:cubicBezTo>
                    <a:cubicBezTo>
                      <a:pt x="8497" y="9480"/>
                      <a:pt x="8397" y="9625"/>
                      <a:pt x="8500" y="9727"/>
                    </a:cubicBezTo>
                    <a:lnTo>
                      <a:pt x="8973" y="10199"/>
                    </a:lnTo>
                    <a:lnTo>
                      <a:pt x="8500" y="10671"/>
                    </a:lnTo>
                    <a:cubicBezTo>
                      <a:pt x="8397" y="10771"/>
                      <a:pt x="8497" y="10917"/>
                      <a:pt x="8608" y="10917"/>
                    </a:cubicBezTo>
                    <a:cubicBezTo>
                      <a:pt x="8641" y="10917"/>
                      <a:pt x="8674" y="10905"/>
                      <a:pt x="8704" y="10875"/>
                    </a:cubicBezTo>
                    <a:lnTo>
                      <a:pt x="9178" y="10403"/>
                    </a:lnTo>
                    <a:lnTo>
                      <a:pt x="9649" y="10875"/>
                    </a:lnTo>
                    <a:cubicBezTo>
                      <a:pt x="9678" y="10905"/>
                      <a:pt x="9712" y="10917"/>
                      <a:pt x="9744" y="10917"/>
                    </a:cubicBezTo>
                    <a:cubicBezTo>
                      <a:pt x="9855" y="10917"/>
                      <a:pt x="9955" y="10771"/>
                      <a:pt x="9853" y="10671"/>
                    </a:cubicBezTo>
                    <a:lnTo>
                      <a:pt x="9379" y="10199"/>
                    </a:lnTo>
                    <a:lnTo>
                      <a:pt x="9853" y="9727"/>
                    </a:lnTo>
                    <a:cubicBezTo>
                      <a:pt x="9955" y="9625"/>
                      <a:pt x="9855" y="9480"/>
                      <a:pt x="9744" y="9480"/>
                    </a:cubicBezTo>
                    <a:cubicBezTo>
                      <a:pt x="9711" y="9480"/>
                      <a:pt x="9678" y="9492"/>
                      <a:pt x="9649" y="9522"/>
                    </a:cubicBezTo>
                    <a:lnTo>
                      <a:pt x="9617" y="9552"/>
                    </a:lnTo>
                    <a:cubicBezTo>
                      <a:pt x="10242" y="8060"/>
                      <a:pt x="10637" y="6453"/>
                      <a:pt x="10444" y="4828"/>
                    </a:cubicBezTo>
                    <a:cubicBezTo>
                      <a:pt x="10250" y="3185"/>
                      <a:pt x="9431" y="1632"/>
                      <a:pt x="7996" y="754"/>
                    </a:cubicBezTo>
                    <a:cubicBezTo>
                      <a:pt x="7191" y="259"/>
                      <a:pt x="6266" y="1"/>
                      <a:pt x="53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169"/>
              <p:cNvSpPr/>
              <p:nvPr/>
            </p:nvSpPr>
            <p:spPr>
              <a:xfrm>
                <a:off x="1305648" y="2698290"/>
                <a:ext cx="652475" cy="565789"/>
              </a:xfrm>
              <a:custGeom>
                <a:rect b="b" l="l" r="r" t="t"/>
                <a:pathLst>
                  <a:path extrusionOk="0" h="16389" w="18900">
                    <a:moveTo>
                      <a:pt x="12509" y="540"/>
                    </a:moveTo>
                    <a:cubicBezTo>
                      <a:pt x="12410" y="540"/>
                      <a:pt x="12291" y="601"/>
                      <a:pt x="12225" y="668"/>
                    </a:cubicBezTo>
                    <a:cubicBezTo>
                      <a:pt x="12150" y="744"/>
                      <a:pt x="12094" y="866"/>
                      <a:pt x="12098" y="973"/>
                    </a:cubicBezTo>
                    <a:cubicBezTo>
                      <a:pt x="12104" y="1085"/>
                      <a:pt x="12140" y="1202"/>
                      <a:pt x="12225" y="1279"/>
                    </a:cubicBezTo>
                    <a:cubicBezTo>
                      <a:pt x="12315" y="1361"/>
                      <a:pt x="12412" y="1395"/>
                      <a:pt x="12531" y="1406"/>
                    </a:cubicBezTo>
                    <a:lnTo>
                      <a:pt x="13654" y="1513"/>
                    </a:lnTo>
                    <a:cubicBezTo>
                      <a:pt x="13661" y="1513"/>
                      <a:pt x="13668" y="1514"/>
                      <a:pt x="13676" y="1514"/>
                    </a:cubicBezTo>
                    <a:cubicBezTo>
                      <a:pt x="13776" y="1514"/>
                      <a:pt x="13894" y="1453"/>
                      <a:pt x="13959" y="1386"/>
                    </a:cubicBezTo>
                    <a:cubicBezTo>
                      <a:pt x="14034" y="1312"/>
                      <a:pt x="14091" y="1188"/>
                      <a:pt x="14087" y="1080"/>
                    </a:cubicBezTo>
                    <a:cubicBezTo>
                      <a:pt x="14081" y="967"/>
                      <a:pt x="14045" y="852"/>
                      <a:pt x="13959" y="773"/>
                    </a:cubicBezTo>
                    <a:cubicBezTo>
                      <a:pt x="13871" y="693"/>
                      <a:pt x="13774" y="658"/>
                      <a:pt x="13654" y="648"/>
                    </a:cubicBezTo>
                    <a:lnTo>
                      <a:pt x="12531" y="541"/>
                    </a:lnTo>
                    <a:cubicBezTo>
                      <a:pt x="12524" y="541"/>
                      <a:pt x="12517" y="540"/>
                      <a:pt x="12509" y="540"/>
                    </a:cubicBezTo>
                    <a:close/>
                    <a:moveTo>
                      <a:pt x="9217" y="0"/>
                    </a:moveTo>
                    <a:cubicBezTo>
                      <a:pt x="9111" y="0"/>
                      <a:pt x="8985" y="48"/>
                      <a:pt x="8910" y="127"/>
                    </a:cubicBezTo>
                    <a:cubicBezTo>
                      <a:pt x="8836" y="208"/>
                      <a:pt x="8780" y="317"/>
                      <a:pt x="8785" y="432"/>
                    </a:cubicBezTo>
                    <a:cubicBezTo>
                      <a:pt x="8789" y="546"/>
                      <a:pt x="8827" y="658"/>
                      <a:pt x="8910" y="738"/>
                    </a:cubicBezTo>
                    <a:cubicBezTo>
                      <a:pt x="9232" y="1045"/>
                      <a:pt x="9553" y="1352"/>
                      <a:pt x="9875" y="1659"/>
                    </a:cubicBezTo>
                    <a:cubicBezTo>
                      <a:pt x="9956" y="1736"/>
                      <a:pt x="10067" y="1785"/>
                      <a:pt x="10181" y="1785"/>
                    </a:cubicBezTo>
                    <a:cubicBezTo>
                      <a:pt x="10286" y="1785"/>
                      <a:pt x="10413" y="1738"/>
                      <a:pt x="10486" y="1659"/>
                    </a:cubicBezTo>
                    <a:cubicBezTo>
                      <a:pt x="10562" y="1576"/>
                      <a:pt x="10617" y="1466"/>
                      <a:pt x="10612" y="1352"/>
                    </a:cubicBezTo>
                    <a:cubicBezTo>
                      <a:pt x="10607" y="1240"/>
                      <a:pt x="10570" y="1126"/>
                      <a:pt x="10486" y="1049"/>
                    </a:cubicBezTo>
                    <a:cubicBezTo>
                      <a:pt x="10165" y="741"/>
                      <a:pt x="9844" y="433"/>
                      <a:pt x="9522" y="127"/>
                    </a:cubicBezTo>
                    <a:cubicBezTo>
                      <a:pt x="9442" y="49"/>
                      <a:pt x="9331" y="0"/>
                      <a:pt x="9217" y="0"/>
                    </a:cubicBezTo>
                    <a:close/>
                    <a:moveTo>
                      <a:pt x="5758" y="514"/>
                    </a:moveTo>
                    <a:cubicBezTo>
                      <a:pt x="5651" y="514"/>
                      <a:pt x="5543" y="554"/>
                      <a:pt x="5458" y="637"/>
                    </a:cubicBezTo>
                    <a:cubicBezTo>
                      <a:pt x="5073" y="1012"/>
                      <a:pt x="4688" y="1389"/>
                      <a:pt x="4303" y="1764"/>
                    </a:cubicBezTo>
                    <a:cubicBezTo>
                      <a:pt x="4141" y="1923"/>
                      <a:pt x="4131" y="2220"/>
                      <a:pt x="4303" y="2377"/>
                    </a:cubicBezTo>
                    <a:cubicBezTo>
                      <a:pt x="4390" y="2458"/>
                      <a:pt x="4502" y="2500"/>
                      <a:pt x="4613" y="2500"/>
                    </a:cubicBezTo>
                    <a:cubicBezTo>
                      <a:pt x="4721" y="2500"/>
                      <a:pt x="4829" y="2460"/>
                      <a:pt x="4914" y="2377"/>
                    </a:cubicBezTo>
                    <a:lnTo>
                      <a:pt x="6070" y="1248"/>
                    </a:lnTo>
                    <a:cubicBezTo>
                      <a:pt x="6231" y="1091"/>
                      <a:pt x="6240" y="793"/>
                      <a:pt x="6070" y="637"/>
                    </a:cubicBezTo>
                    <a:cubicBezTo>
                      <a:pt x="5981" y="556"/>
                      <a:pt x="5870" y="514"/>
                      <a:pt x="5758" y="514"/>
                    </a:cubicBezTo>
                    <a:close/>
                    <a:moveTo>
                      <a:pt x="15828" y="1417"/>
                    </a:moveTo>
                    <a:cubicBezTo>
                      <a:pt x="15790" y="1417"/>
                      <a:pt x="15751" y="1423"/>
                      <a:pt x="15712" y="1435"/>
                    </a:cubicBezTo>
                    <a:cubicBezTo>
                      <a:pt x="15494" y="1506"/>
                      <a:pt x="15339" y="1735"/>
                      <a:pt x="15411" y="1967"/>
                    </a:cubicBezTo>
                    <a:cubicBezTo>
                      <a:pt x="15559" y="2461"/>
                      <a:pt x="15708" y="2955"/>
                      <a:pt x="15855" y="3447"/>
                    </a:cubicBezTo>
                    <a:cubicBezTo>
                      <a:pt x="15910" y="3627"/>
                      <a:pt x="16085" y="3768"/>
                      <a:pt x="16272" y="3768"/>
                    </a:cubicBezTo>
                    <a:cubicBezTo>
                      <a:pt x="16310" y="3768"/>
                      <a:pt x="16349" y="3762"/>
                      <a:pt x="16388" y="3749"/>
                    </a:cubicBezTo>
                    <a:cubicBezTo>
                      <a:pt x="16607" y="3679"/>
                      <a:pt x="16759" y="3450"/>
                      <a:pt x="16690" y="3218"/>
                    </a:cubicBezTo>
                    <a:cubicBezTo>
                      <a:pt x="16541" y="2726"/>
                      <a:pt x="16392" y="2231"/>
                      <a:pt x="16245" y="1738"/>
                    </a:cubicBezTo>
                    <a:cubicBezTo>
                      <a:pt x="16190" y="1557"/>
                      <a:pt x="16015" y="1417"/>
                      <a:pt x="15828" y="1417"/>
                    </a:cubicBezTo>
                    <a:close/>
                    <a:moveTo>
                      <a:pt x="7482" y="2212"/>
                    </a:moveTo>
                    <a:cubicBezTo>
                      <a:pt x="7444" y="2212"/>
                      <a:pt x="7406" y="2217"/>
                      <a:pt x="7368" y="2230"/>
                    </a:cubicBezTo>
                    <a:cubicBezTo>
                      <a:pt x="7145" y="2303"/>
                      <a:pt x="7004" y="2527"/>
                      <a:pt x="7066" y="2761"/>
                    </a:cubicBezTo>
                    <a:lnTo>
                      <a:pt x="7441" y="4161"/>
                    </a:lnTo>
                    <a:cubicBezTo>
                      <a:pt x="7491" y="4342"/>
                      <a:pt x="7674" y="4480"/>
                      <a:pt x="7862" y="4480"/>
                    </a:cubicBezTo>
                    <a:cubicBezTo>
                      <a:pt x="7900" y="4480"/>
                      <a:pt x="7937" y="4475"/>
                      <a:pt x="7974" y="4463"/>
                    </a:cubicBezTo>
                    <a:cubicBezTo>
                      <a:pt x="8199" y="4390"/>
                      <a:pt x="8340" y="4164"/>
                      <a:pt x="8276" y="3932"/>
                    </a:cubicBezTo>
                    <a:cubicBezTo>
                      <a:pt x="8151" y="3465"/>
                      <a:pt x="8026" y="2998"/>
                      <a:pt x="7901" y="2532"/>
                    </a:cubicBezTo>
                    <a:cubicBezTo>
                      <a:pt x="7852" y="2350"/>
                      <a:pt x="7669" y="2212"/>
                      <a:pt x="7482" y="2212"/>
                    </a:cubicBezTo>
                    <a:close/>
                    <a:moveTo>
                      <a:pt x="4205" y="4199"/>
                    </a:moveTo>
                    <a:cubicBezTo>
                      <a:pt x="4168" y="4199"/>
                      <a:pt x="4132" y="4204"/>
                      <a:pt x="4099" y="4214"/>
                    </a:cubicBezTo>
                    <a:cubicBezTo>
                      <a:pt x="3994" y="4249"/>
                      <a:pt x="3892" y="4314"/>
                      <a:pt x="3840" y="4414"/>
                    </a:cubicBezTo>
                    <a:cubicBezTo>
                      <a:pt x="3790" y="4509"/>
                      <a:pt x="3753" y="4641"/>
                      <a:pt x="3797" y="4747"/>
                    </a:cubicBezTo>
                    <a:cubicBezTo>
                      <a:pt x="3943" y="5107"/>
                      <a:pt x="4091" y="5468"/>
                      <a:pt x="4237" y="5828"/>
                    </a:cubicBezTo>
                    <a:cubicBezTo>
                      <a:pt x="4282" y="5937"/>
                      <a:pt x="4331" y="6026"/>
                      <a:pt x="4436" y="6088"/>
                    </a:cubicBezTo>
                    <a:cubicBezTo>
                      <a:pt x="4500" y="6124"/>
                      <a:pt x="4583" y="6147"/>
                      <a:pt x="4663" y="6147"/>
                    </a:cubicBezTo>
                    <a:cubicBezTo>
                      <a:pt x="4700" y="6147"/>
                      <a:pt x="4736" y="6142"/>
                      <a:pt x="4769" y="6131"/>
                    </a:cubicBezTo>
                    <a:cubicBezTo>
                      <a:pt x="4873" y="6098"/>
                      <a:pt x="4975" y="6032"/>
                      <a:pt x="5028" y="5932"/>
                    </a:cubicBezTo>
                    <a:cubicBezTo>
                      <a:pt x="5079" y="5836"/>
                      <a:pt x="5114" y="5704"/>
                      <a:pt x="5070" y="5599"/>
                    </a:cubicBezTo>
                    <a:cubicBezTo>
                      <a:pt x="4924" y="5237"/>
                      <a:pt x="4776" y="4878"/>
                      <a:pt x="4630" y="4516"/>
                    </a:cubicBezTo>
                    <a:cubicBezTo>
                      <a:pt x="4587" y="4408"/>
                      <a:pt x="4538" y="4320"/>
                      <a:pt x="4432" y="4258"/>
                    </a:cubicBezTo>
                    <a:cubicBezTo>
                      <a:pt x="4368" y="4221"/>
                      <a:pt x="4284" y="4199"/>
                      <a:pt x="4205" y="4199"/>
                    </a:cubicBezTo>
                    <a:close/>
                    <a:moveTo>
                      <a:pt x="12140" y="4622"/>
                    </a:moveTo>
                    <a:cubicBezTo>
                      <a:pt x="12061" y="4622"/>
                      <a:pt x="11979" y="4641"/>
                      <a:pt x="11918" y="4679"/>
                    </a:cubicBezTo>
                    <a:cubicBezTo>
                      <a:pt x="11825" y="4738"/>
                      <a:pt x="11744" y="4828"/>
                      <a:pt x="11720" y="4938"/>
                    </a:cubicBezTo>
                    <a:cubicBezTo>
                      <a:pt x="11695" y="5048"/>
                      <a:pt x="11698" y="5174"/>
                      <a:pt x="11762" y="5271"/>
                    </a:cubicBezTo>
                    <a:cubicBezTo>
                      <a:pt x="11974" y="5593"/>
                      <a:pt x="12187" y="5915"/>
                      <a:pt x="12398" y="6235"/>
                    </a:cubicBezTo>
                    <a:cubicBezTo>
                      <a:pt x="12461" y="6330"/>
                      <a:pt x="12547" y="6404"/>
                      <a:pt x="12656" y="6435"/>
                    </a:cubicBezTo>
                    <a:cubicBezTo>
                      <a:pt x="12691" y="6444"/>
                      <a:pt x="12730" y="6449"/>
                      <a:pt x="12770" y="6449"/>
                    </a:cubicBezTo>
                    <a:cubicBezTo>
                      <a:pt x="12848" y="6449"/>
                      <a:pt x="12929" y="6431"/>
                      <a:pt x="12991" y="6391"/>
                    </a:cubicBezTo>
                    <a:cubicBezTo>
                      <a:pt x="13082" y="6332"/>
                      <a:pt x="13164" y="6244"/>
                      <a:pt x="13189" y="6133"/>
                    </a:cubicBezTo>
                    <a:cubicBezTo>
                      <a:pt x="13214" y="6023"/>
                      <a:pt x="13210" y="5897"/>
                      <a:pt x="13145" y="5800"/>
                    </a:cubicBezTo>
                    <a:cubicBezTo>
                      <a:pt x="12933" y="5478"/>
                      <a:pt x="12721" y="5156"/>
                      <a:pt x="12509" y="4835"/>
                    </a:cubicBezTo>
                    <a:cubicBezTo>
                      <a:pt x="12447" y="4741"/>
                      <a:pt x="12361" y="4667"/>
                      <a:pt x="12251" y="4636"/>
                    </a:cubicBezTo>
                    <a:cubicBezTo>
                      <a:pt x="12217" y="4627"/>
                      <a:pt x="12179" y="4622"/>
                      <a:pt x="12140" y="4622"/>
                    </a:cubicBezTo>
                    <a:close/>
                    <a:moveTo>
                      <a:pt x="9476" y="6231"/>
                    </a:moveTo>
                    <a:cubicBezTo>
                      <a:pt x="9398" y="6231"/>
                      <a:pt x="9324" y="6251"/>
                      <a:pt x="9248" y="6286"/>
                    </a:cubicBezTo>
                    <a:cubicBezTo>
                      <a:pt x="8794" y="6500"/>
                      <a:pt x="8340" y="6715"/>
                      <a:pt x="7886" y="6928"/>
                    </a:cubicBezTo>
                    <a:cubicBezTo>
                      <a:pt x="7793" y="6972"/>
                      <a:pt x="7713" y="7091"/>
                      <a:pt x="7686" y="7187"/>
                    </a:cubicBezTo>
                    <a:cubicBezTo>
                      <a:pt x="7658" y="7290"/>
                      <a:pt x="7671" y="7427"/>
                      <a:pt x="7730" y="7520"/>
                    </a:cubicBezTo>
                    <a:cubicBezTo>
                      <a:pt x="7789" y="7611"/>
                      <a:pt x="7879" y="7693"/>
                      <a:pt x="7988" y="7718"/>
                    </a:cubicBezTo>
                    <a:cubicBezTo>
                      <a:pt x="8025" y="7727"/>
                      <a:pt x="8060" y="7731"/>
                      <a:pt x="8095" y="7731"/>
                    </a:cubicBezTo>
                    <a:cubicBezTo>
                      <a:pt x="8172" y="7731"/>
                      <a:pt x="8245" y="7711"/>
                      <a:pt x="8321" y="7675"/>
                    </a:cubicBezTo>
                    <a:cubicBezTo>
                      <a:pt x="8775" y="7461"/>
                      <a:pt x="9229" y="7247"/>
                      <a:pt x="9683" y="7034"/>
                    </a:cubicBezTo>
                    <a:cubicBezTo>
                      <a:pt x="9776" y="6989"/>
                      <a:pt x="9856" y="6871"/>
                      <a:pt x="9882" y="6775"/>
                    </a:cubicBezTo>
                    <a:cubicBezTo>
                      <a:pt x="9911" y="6671"/>
                      <a:pt x="9898" y="6533"/>
                      <a:pt x="9839" y="6442"/>
                    </a:cubicBezTo>
                    <a:cubicBezTo>
                      <a:pt x="9779" y="6349"/>
                      <a:pt x="9690" y="6268"/>
                      <a:pt x="9581" y="6242"/>
                    </a:cubicBezTo>
                    <a:cubicBezTo>
                      <a:pt x="9545" y="6234"/>
                      <a:pt x="9510" y="6231"/>
                      <a:pt x="9476" y="6231"/>
                    </a:cubicBezTo>
                    <a:close/>
                    <a:moveTo>
                      <a:pt x="15376" y="6110"/>
                    </a:moveTo>
                    <a:cubicBezTo>
                      <a:pt x="15184" y="6110"/>
                      <a:pt x="15002" y="6225"/>
                      <a:pt x="14949" y="6424"/>
                    </a:cubicBezTo>
                    <a:cubicBezTo>
                      <a:pt x="14812" y="6931"/>
                      <a:pt x="14676" y="7437"/>
                      <a:pt x="14540" y="7945"/>
                    </a:cubicBezTo>
                    <a:cubicBezTo>
                      <a:pt x="14482" y="8162"/>
                      <a:pt x="14614" y="8424"/>
                      <a:pt x="14842" y="8476"/>
                    </a:cubicBezTo>
                    <a:cubicBezTo>
                      <a:pt x="14877" y="8484"/>
                      <a:pt x="14913" y="8488"/>
                      <a:pt x="14948" y="8488"/>
                    </a:cubicBezTo>
                    <a:cubicBezTo>
                      <a:pt x="15140" y="8488"/>
                      <a:pt x="15321" y="8371"/>
                      <a:pt x="15373" y="8175"/>
                    </a:cubicBezTo>
                    <a:cubicBezTo>
                      <a:pt x="15511" y="7668"/>
                      <a:pt x="15647" y="7162"/>
                      <a:pt x="15782" y="6654"/>
                    </a:cubicBezTo>
                    <a:cubicBezTo>
                      <a:pt x="15841" y="6435"/>
                      <a:pt x="15711" y="6174"/>
                      <a:pt x="15481" y="6122"/>
                    </a:cubicBezTo>
                    <a:cubicBezTo>
                      <a:pt x="15446" y="6114"/>
                      <a:pt x="15411" y="6110"/>
                      <a:pt x="15376" y="6110"/>
                    </a:cubicBezTo>
                    <a:close/>
                    <a:moveTo>
                      <a:pt x="2845" y="7172"/>
                    </a:moveTo>
                    <a:cubicBezTo>
                      <a:pt x="2809" y="7172"/>
                      <a:pt x="2773" y="7177"/>
                      <a:pt x="2738" y="7188"/>
                    </a:cubicBezTo>
                    <a:cubicBezTo>
                      <a:pt x="2625" y="7225"/>
                      <a:pt x="2546" y="7291"/>
                      <a:pt x="2478" y="7388"/>
                    </a:cubicBezTo>
                    <a:cubicBezTo>
                      <a:pt x="2208" y="7773"/>
                      <a:pt x="1937" y="8157"/>
                      <a:pt x="1666" y="8542"/>
                    </a:cubicBezTo>
                    <a:cubicBezTo>
                      <a:pt x="1605" y="8629"/>
                      <a:pt x="1596" y="8775"/>
                      <a:pt x="1622" y="8874"/>
                    </a:cubicBezTo>
                    <a:cubicBezTo>
                      <a:pt x="1650" y="8975"/>
                      <a:pt x="1728" y="9085"/>
                      <a:pt x="1821" y="9134"/>
                    </a:cubicBezTo>
                    <a:cubicBezTo>
                      <a:pt x="1890" y="9169"/>
                      <a:pt x="1969" y="9193"/>
                      <a:pt x="2048" y="9193"/>
                    </a:cubicBezTo>
                    <a:cubicBezTo>
                      <a:pt x="2084" y="9193"/>
                      <a:pt x="2120" y="9188"/>
                      <a:pt x="2155" y="9177"/>
                    </a:cubicBezTo>
                    <a:cubicBezTo>
                      <a:pt x="2267" y="9141"/>
                      <a:pt x="2345" y="9075"/>
                      <a:pt x="2414" y="8979"/>
                    </a:cubicBezTo>
                    <a:cubicBezTo>
                      <a:pt x="2684" y="8593"/>
                      <a:pt x="2955" y="8209"/>
                      <a:pt x="3226" y="7824"/>
                    </a:cubicBezTo>
                    <a:cubicBezTo>
                      <a:pt x="3287" y="7738"/>
                      <a:pt x="3296" y="7589"/>
                      <a:pt x="3270" y="7491"/>
                    </a:cubicBezTo>
                    <a:cubicBezTo>
                      <a:pt x="3242" y="7391"/>
                      <a:pt x="3164" y="7281"/>
                      <a:pt x="3070" y="7232"/>
                    </a:cubicBezTo>
                    <a:cubicBezTo>
                      <a:pt x="3002" y="7196"/>
                      <a:pt x="2923" y="7172"/>
                      <a:pt x="2845" y="7172"/>
                    </a:cubicBezTo>
                    <a:close/>
                    <a:moveTo>
                      <a:pt x="17388" y="7866"/>
                    </a:moveTo>
                    <a:cubicBezTo>
                      <a:pt x="17310" y="7866"/>
                      <a:pt x="17230" y="7886"/>
                      <a:pt x="17168" y="7925"/>
                    </a:cubicBezTo>
                    <a:cubicBezTo>
                      <a:pt x="17075" y="7984"/>
                      <a:pt x="16994" y="8071"/>
                      <a:pt x="16970" y="8182"/>
                    </a:cubicBezTo>
                    <a:lnTo>
                      <a:pt x="16954" y="8297"/>
                    </a:lnTo>
                    <a:cubicBezTo>
                      <a:pt x="16954" y="8375"/>
                      <a:pt x="16974" y="8448"/>
                      <a:pt x="17012" y="8517"/>
                    </a:cubicBezTo>
                    <a:lnTo>
                      <a:pt x="17490" y="9599"/>
                    </a:lnTo>
                    <a:cubicBezTo>
                      <a:pt x="17529" y="9693"/>
                      <a:pt x="17654" y="9773"/>
                      <a:pt x="17747" y="9799"/>
                    </a:cubicBezTo>
                    <a:cubicBezTo>
                      <a:pt x="17782" y="9808"/>
                      <a:pt x="17821" y="9813"/>
                      <a:pt x="17861" y="9813"/>
                    </a:cubicBezTo>
                    <a:cubicBezTo>
                      <a:pt x="17939" y="9813"/>
                      <a:pt x="18020" y="9794"/>
                      <a:pt x="18080" y="9755"/>
                    </a:cubicBezTo>
                    <a:cubicBezTo>
                      <a:pt x="18173" y="9696"/>
                      <a:pt x="18253" y="9607"/>
                      <a:pt x="18280" y="9496"/>
                    </a:cubicBezTo>
                    <a:lnTo>
                      <a:pt x="18294" y="9383"/>
                    </a:lnTo>
                    <a:cubicBezTo>
                      <a:pt x="18294" y="9304"/>
                      <a:pt x="18276" y="9231"/>
                      <a:pt x="18235" y="9163"/>
                    </a:cubicBezTo>
                    <a:lnTo>
                      <a:pt x="17760" y="8081"/>
                    </a:lnTo>
                    <a:cubicBezTo>
                      <a:pt x="17719" y="7987"/>
                      <a:pt x="17594" y="7907"/>
                      <a:pt x="17501" y="7881"/>
                    </a:cubicBezTo>
                    <a:cubicBezTo>
                      <a:pt x="17466" y="7871"/>
                      <a:pt x="17427" y="7866"/>
                      <a:pt x="17388" y="7866"/>
                    </a:cubicBezTo>
                    <a:close/>
                    <a:moveTo>
                      <a:pt x="5756" y="8661"/>
                    </a:moveTo>
                    <a:cubicBezTo>
                      <a:pt x="5651" y="8661"/>
                      <a:pt x="5524" y="8708"/>
                      <a:pt x="5450" y="8788"/>
                    </a:cubicBezTo>
                    <a:cubicBezTo>
                      <a:pt x="5288" y="8965"/>
                      <a:pt x="5284" y="9224"/>
                      <a:pt x="5450" y="9399"/>
                    </a:cubicBezTo>
                    <a:lnTo>
                      <a:pt x="6327" y="10326"/>
                    </a:lnTo>
                    <a:cubicBezTo>
                      <a:pt x="6401" y="10406"/>
                      <a:pt x="6525" y="10454"/>
                      <a:pt x="6632" y="10454"/>
                    </a:cubicBezTo>
                    <a:cubicBezTo>
                      <a:pt x="6739" y="10454"/>
                      <a:pt x="6865" y="10406"/>
                      <a:pt x="6938" y="10326"/>
                    </a:cubicBezTo>
                    <a:cubicBezTo>
                      <a:pt x="7101" y="10150"/>
                      <a:pt x="7104" y="9891"/>
                      <a:pt x="6938" y="9716"/>
                    </a:cubicBezTo>
                    <a:cubicBezTo>
                      <a:pt x="6646" y="9406"/>
                      <a:pt x="6355" y="9096"/>
                      <a:pt x="6063" y="8788"/>
                    </a:cubicBezTo>
                    <a:cubicBezTo>
                      <a:pt x="5987" y="8708"/>
                      <a:pt x="5864" y="8661"/>
                      <a:pt x="5756" y="8661"/>
                    </a:cubicBezTo>
                    <a:close/>
                    <a:moveTo>
                      <a:pt x="9527" y="9337"/>
                    </a:moveTo>
                    <a:cubicBezTo>
                      <a:pt x="9524" y="9337"/>
                      <a:pt x="9520" y="9337"/>
                      <a:pt x="9516" y="9338"/>
                    </a:cubicBezTo>
                    <a:cubicBezTo>
                      <a:pt x="9404" y="9343"/>
                      <a:pt x="9288" y="9381"/>
                      <a:pt x="9210" y="9464"/>
                    </a:cubicBezTo>
                    <a:cubicBezTo>
                      <a:pt x="9137" y="9547"/>
                      <a:pt x="9076" y="9657"/>
                      <a:pt x="9083" y="9770"/>
                    </a:cubicBezTo>
                    <a:cubicBezTo>
                      <a:pt x="9108" y="10144"/>
                      <a:pt x="9132" y="10520"/>
                      <a:pt x="9158" y="10894"/>
                    </a:cubicBezTo>
                    <a:cubicBezTo>
                      <a:pt x="9166" y="11009"/>
                      <a:pt x="9201" y="11116"/>
                      <a:pt x="9286" y="11199"/>
                    </a:cubicBezTo>
                    <a:cubicBezTo>
                      <a:pt x="9357" y="11271"/>
                      <a:pt x="9471" y="11325"/>
                      <a:pt x="9574" y="11325"/>
                    </a:cubicBezTo>
                    <a:cubicBezTo>
                      <a:pt x="9579" y="11325"/>
                      <a:pt x="9584" y="11325"/>
                      <a:pt x="9589" y="11325"/>
                    </a:cubicBezTo>
                    <a:cubicBezTo>
                      <a:pt x="9703" y="11321"/>
                      <a:pt x="9818" y="11284"/>
                      <a:pt x="9896" y="11199"/>
                    </a:cubicBezTo>
                    <a:cubicBezTo>
                      <a:pt x="9972" y="11118"/>
                      <a:pt x="10031" y="11007"/>
                      <a:pt x="10024" y="10894"/>
                    </a:cubicBezTo>
                    <a:cubicBezTo>
                      <a:pt x="9998" y="10520"/>
                      <a:pt x="9973" y="10146"/>
                      <a:pt x="9949" y="9770"/>
                    </a:cubicBezTo>
                    <a:cubicBezTo>
                      <a:pt x="9941" y="9655"/>
                      <a:pt x="9905" y="9548"/>
                      <a:pt x="9823" y="9464"/>
                    </a:cubicBezTo>
                    <a:cubicBezTo>
                      <a:pt x="9749" y="9393"/>
                      <a:pt x="9631" y="9337"/>
                      <a:pt x="9527" y="9337"/>
                    </a:cubicBezTo>
                    <a:close/>
                    <a:moveTo>
                      <a:pt x="12694" y="9558"/>
                    </a:moveTo>
                    <a:cubicBezTo>
                      <a:pt x="12499" y="9558"/>
                      <a:pt x="12346" y="9682"/>
                      <a:pt x="12272" y="9873"/>
                    </a:cubicBezTo>
                    <a:cubicBezTo>
                      <a:pt x="12086" y="10366"/>
                      <a:pt x="11899" y="10860"/>
                      <a:pt x="11710" y="11355"/>
                    </a:cubicBezTo>
                    <a:cubicBezTo>
                      <a:pt x="11672" y="11453"/>
                      <a:pt x="11702" y="11599"/>
                      <a:pt x="11754" y="11688"/>
                    </a:cubicBezTo>
                    <a:cubicBezTo>
                      <a:pt x="11807" y="11778"/>
                      <a:pt x="11910" y="11862"/>
                      <a:pt x="12012" y="11886"/>
                    </a:cubicBezTo>
                    <a:cubicBezTo>
                      <a:pt x="12051" y="11895"/>
                      <a:pt x="12088" y="11899"/>
                      <a:pt x="12124" y="11899"/>
                    </a:cubicBezTo>
                    <a:cubicBezTo>
                      <a:pt x="12319" y="11899"/>
                      <a:pt x="12471" y="11775"/>
                      <a:pt x="12544" y="11584"/>
                    </a:cubicBezTo>
                    <a:cubicBezTo>
                      <a:pt x="12732" y="11090"/>
                      <a:pt x="12919" y="10597"/>
                      <a:pt x="13107" y="10102"/>
                    </a:cubicBezTo>
                    <a:cubicBezTo>
                      <a:pt x="13144" y="10002"/>
                      <a:pt x="13114" y="9856"/>
                      <a:pt x="13062" y="9769"/>
                    </a:cubicBezTo>
                    <a:cubicBezTo>
                      <a:pt x="13010" y="9679"/>
                      <a:pt x="12908" y="9595"/>
                      <a:pt x="12805" y="9571"/>
                    </a:cubicBezTo>
                    <a:cubicBezTo>
                      <a:pt x="12767" y="9562"/>
                      <a:pt x="12730" y="9558"/>
                      <a:pt x="12694" y="9558"/>
                    </a:cubicBezTo>
                    <a:close/>
                    <a:moveTo>
                      <a:pt x="4113" y="10566"/>
                    </a:moveTo>
                    <a:cubicBezTo>
                      <a:pt x="4040" y="10566"/>
                      <a:pt x="3964" y="10584"/>
                      <a:pt x="3891" y="10619"/>
                    </a:cubicBezTo>
                    <a:cubicBezTo>
                      <a:pt x="3427" y="10842"/>
                      <a:pt x="2963" y="11064"/>
                      <a:pt x="2499" y="11286"/>
                    </a:cubicBezTo>
                    <a:cubicBezTo>
                      <a:pt x="2407" y="11331"/>
                      <a:pt x="2328" y="11449"/>
                      <a:pt x="2301" y="11544"/>
                    </a:cubicBezTo>
                    <a:cubicBezTo>
                      <a:pt x="2273" y="11648"/>
                      <a:pt x="2286" y="11786"/>
                      <a:pt x="2345" y="11877"/>
                    </a:cubicBezTo>
                    <a:cubicBezTo>
                      <a:pt x="2434" y="12017"/>
                      <a:pt x="2568" y="12086"/>
                      <a:pt x="2712" y="12086"/>
                    </a:cubicBezTo>
                    <a:cubicBezTo>
                      <a:pt x="2786" y="12086"/>
                      <a:pt x="2862" y="12068"/>
                      <a:pt x="2937" y="12032"/>
                    </a:cubicBezTo>
                    <a:cubicBezTo>
                      <a:pt x="3400" y="11810"/>
                      <a:pt x="3864" y="11588"/>
                      <a:pt x="4327" y="11367"/>
                    </a:cubicBezTo>
                    <a:cubicBezTo>
                      <a:pt x="4419" y="11322"/>
                      <a:pt x="4498" y="11204"/>
                      <a:pt x="4525" y="11107"/>
                    </a:cubicBezTo>
                    <a:cubicBezTo>
                      <a:pt x="4554" y="11005"/>
                      <a:pt x="4542" y="10867"/>
                      <a:pt x="4481" y="10774"/>
                    </a:cubicBezTo>
                    <a:cubicBezTo>
                      <a:pt x="4392" y="10635"/>
                      <a:pt x="4257" y="10566"/>
                      <a:pt x="4113" y="10566"/>
                    </a:cubicBezTo>
                    <a:close/>
                    <a:moveTo>
                      <a:pt x="16098" y="10765"/>
                    </a:moveTo>
                    <a:cubicBezTo>
                      <a:pt x="15949" y="10765"/>
                      <a:pt x="15802" y="10833"/>
                      <a:pt x="15729" y="10975"/>
                    </a:cubicBezTo>
                    <a:cubicBezTo>
                      <a:pt x="15500" y="11415"/>
                      <a:pt x="15271" y="11854"/>
                      <a:pt x="15041" y="12293"/>
                    </a:cubicBezTo>
                    <a:cubicBezTo>
                      <a:pt x="14936" y="12494"/>
                      <a:pt x="14984" y="12773"/>
                      <a:pt x="15196" y="12885"/>
                    </a:cubicBezTo>
                    <a:cubicBezTo>
                      <a:pt x="15264" y="12921"/>
                      <a:pt x="15342" y="12939"/>
                      <a:pt x="15419" y="12939"/>
                    </a:cubicBezTo>
                    <a:cubicBezTo>
                      <a:pt x="15568" y="12939"/>
                      <a:pt x="15715" y="12871"/>
                      <a:pt x="15788" y="12731"/>
                    </a:cubicBezTo>
                    <a:lnTo>
                      <a:pt x="16475" y="11411"/>
                    </a:lnTo>
                    <a:cubicBezTo>
                      <a:pt x="16579" y="11211"/>
                      <a:pt x="16533" y="10931"/>
                      <a:pt x="16319" y="10819"/>
                    </a:cubicBezTo>
                    <a:cubicBezTo>
                      <a:pt x="16252" y="10784"/>
                      <a:pt x="16174" y="10765"/>
                      <a:pt x="16098" y="10765"/>
                    </a:cubicBezTo>
                    <a:close/>
                    <a:moveTo>
                      <a:pt x="17470" y="13186"/>
                    </a:moveTo>
                    <a:cubicBezTo>
                      <a:pt x="17389" y="13186"/>
                      <a:pt x="17302" y="13210"/>
                      <a:pt x="17241" y="13245"/>
                    </a:cubicBezTo>
                    <a:cubicBezTo>
                      <a:pt x="17151" y="13297"/>
                      <a:pt x="17066" y="13401"/>
                      <a:pt x="17042" y="13505"/>
                    </a:cubicBezTo>
                    <a:cubicBezTo>
                      <a:pt x="17016" y="13616"/>
                      <a:pt x="17022" y="13738"/>
                      <a:pt x="17085" y="13837"/>
                    </a:cubicBezTo>
                    <a:cubicBezTo>
                      <a:pt x="17150" y="13935"/>
                      <a:pt x="17233" y="13996"/>
                      <a:pt x="17344" y="14036"/>
                    </a:cubicBezTo>
                    <a:cubicBezTo>
                      <a:pt x="17677" y="14160"/>
                      <a:pt x="18010" y="14282"/>
                      <a:pt x="18342" y="14406"/>
                    </a:cubicBezTo>
                    <a:cubicBezTo>
                      <a:pt x="18374" y="14418"/>
                      <a:pt x="18410" y="14423"/>
                      <a:pt x="18447" y="14423"/>
                    </a:cubicBezTo>
                    <a:cubicBezTo>
                      <a:pt x="18528" y="14423"/>
                      <a:pt x="18615" y="14398"/>
                      <a:pt x="18676" y="14362"/>
                    </a:cubicBezTo>
                    <a:cubicBezTo>
                      <a:pt x="18765" y="14310"/>
                      <a:pt x="18851" y="14208"/>
                      <a:pt x="18874" y="14105"/>
                    </a:cubicBezTo>
                    <a:cubicBezTo>
                      <a:pt x="18900" y="13993"/>
                      <a:pt x="18894" y="13869"/>
                      <a:pt x="18831" y="13771"/>
                    </a:cubicBezTo>
                    <a:cubicBezTo>
                      <a:pt x="18766" y="13672"/>
                      <a:pt x="18683" y="13615"/>
                      <a:pt x="18572" y="13573"/>
                    </a:cubicBezTo>
                    <a:cubicBezTo>
                      <a:pt x="18241" y="13449"/>
                      <a:pt x="17906" y="13325"/>
                      <a:pt x="17574" y="13203"/>
                    </a:cubicBezTo>
                    <a:cubicBezTo>
                      <a:pt x="17543" y="13191"/>
                      <a:pt x="17507" y="13186"/>
                      <a:pt x="17470" y="13186"/>
                    </a:cubicBezTo>
                    <a:close/>
                    <a:moveTo>
                      <a:pt x="11435" y="13463"/>
                    </a:moveTo>
                    <a:cubicBezTo>
                      <a:pt x="11329" y="13463"/>
                      <a:pt x="11203" y="13509"/>
                      <a:pt x="11130" y="13589"/>
                    </a:cubicBezTo>
                    <a:cubicBezTo>
                      <a:pt x="11054" y="13671"/>
                      <a:pt x="10999" y="13779"/>
                      <a:pt x="11003" y="13894"/>
                    </a:cubicBezTo>
                    <a:cubicBezTo>
                      <a:pt x="11009" y="14007"/>
                      <a:pt x="11047" y="14121"/>
                      <a:pt x="11130" y="14201"/>
                    </a:cubicBezTo>
                    <a:lnTo>
                      <a:pt x="11851" y="14883"/>
                    </a:lnTo>
                    <a:cubicBezTo>
                      <a:pt x="11932" y="14960"/>
                      <a:pt x="12042" y="15008"/>
                      <a:pt x="12156" y="15008"/>
                    </a:cubicBezTo>
                    <a:cubicBezTo>
                      <a:pt x="12263" y="15008"/>
                      <a:pt x="12389" y="14961"/>
                      <a:pt x="12462" y="14883"/>
                    </a:cubicBezTo>
                    <a:cubicBezTo>
                      <a:pt x="12537" y="14800"/>
                      <a:pt x="12594" y="14691"/>
                      <a:pt x="12589" y="14576"/>
                    </a:cubicBezTo>
                    <a:cubicBezTo>
                      <a:pt x="12583" y="14462"/>
                      <a:pt x="12547" y="14351"/>
                      <a:pt x="12462" y="14271"/>
                    </a:cubicBezTo>
                    <a:cubicBezTo>
                      <a:pt x="12222" y="14043"/>
                      <a:pt x="11982" y="13816"/>
                      <a:pt x="11741" y="13589"/>
                    </a:cubicBezTo>
                    <a:cubicBezTo>
                      <a:pt x="11660" y="13511"/>
                      <a:pt x="11550" y="13463"/>
                      <a:pt x="11435" y="13463"/>
                    </a:cubicBezTo>
                    <a:close/>
                    <a:moveTo>
                      <a:pt x="492" y="12958"/>
                    </a:moveTo>
                    <a:cubicBezTo>
                      <a:pt x="421" y="12958"/>
                      <a:pt x="350" y="12977"/>
                      <a:pt x="286" y="13019"/>
                    </a:cubicBezTo>
                    <a:cubicBezTo>
                      <a:pt x="96" y="13142"/>
                      <a:pt x="0" y="13407"/>
                      <a:pt x="131" y="13611"/>
                    </a:cubicBezTo>
                    <a:cubicBezTo>
                      <a:pt x="432" y="14081"/>
                      <a:pt x="734" y="14555"/>
                      <a:pt x="1035" y="15025"/>
                    </a:cubicBezTo>
                    <a:cubicBezTo>
                      <a:pt x="1118" y="15155"/>
                      <a:pt x="1269" y="15240"/>
                      <a:pt x="1421" y="15240"/>
                    </a:cubicBezTo>
                    <a:cubicBezTo>
                      <a:pt x="1491" y="15240"/>
                      <a:pt x="1562" y="15222"/>
                      <a:pt x="1627" y="15181"/>
                    </a:cubicBezTo>
                    <a:cubicBezTo>
                      <a:pt x="1816" y="15057"/>
                      <a:pt x="1912" y="14793"/>
                      <a:pt x="1781" y="14589"/>
                    </a:cubicBezTo>
                    <a:cubicBezTo>
                      <a:pt x="1480" y="14117"/>
                      <a:pt x="1178" y="13646"/>
                      <a:pt x="877" y="13175"/>
                    </a:cubicBezTo>
                    <a:cubicBezTo>
                      <a:pt x="795" y="13044"/>
                      <a:pt x="644" y="12958"/>
                      <a:pt x="492" y="12958"/>
                    </a:cubicBezTo>
                    <a:close/>
                    <a:moveTo>
                      <a:pt x="8653" y="13226"/>
                    </a:moveTo>
                    <a:cubicBezTo>
                      <a:pt x="8505" y="13226"/>
                      <a:pt x="8363" y="13299"/>
                      <a:pt x="8278" y="13436"/>
                    </a:cubicBezTo>
                    <a:cubicBezTo>
                      <a:pt x="8037" y="13824"/>
                      <a:pt x="7797" y="14212"/>
                      <a:pt x="7558" y="14599"/>
                    </a:cubicBezTo>
                    <a:cubicBezTo>
                      <a:pt x="7437" y="14791"/>
                      <a:pt x="7510" y="15084"/>
                      <a:pt x="7713" y="15189"/>
                    </a:cubicBezTo>
                    <a:cubicBezTo>
                      <a:pt x="7783" y="15227"/>
                      <a:pt x="7858" y="15245"/>
                      <a:pt x="7932" y="15245"/>
                    </a:cubicBezTo>
                    <a:cubicBezTo>
                      <a:pt x="8079" y="15245"/>
                      <a:pt x="8219" y="15172"/>
                      <a:pt x="8304" y="15036"/>
                    </a:cubicBezTo>
                    <a:cubicBezTo>
                      <a:pt x="8545" y="14648"/>
                      <a:pt x="8785" y="14260"/>
                      <a:pt x="9026" y="13873"/>
                    </a:cubicBezTo>
                    <a:cubicBezTo>
                      <a:pt x="9145" y="13681"/>
                      <a:pt x="9073" y="13388"/>
                      <a:pt x="8871" y="13280"/>
                    </a:cubicBezTo>
                    <a:cubicBezTo>
                      <a:pt x="8801" y="13243"/>
                      <a:pt x="8726" y="13226"/>
                      <a:pt x="8653" y="13226"/>
                    </a:cubicBezTo>
                    <a:close/>
                    <a:moveTo>
                      <a:pt x="5171" y="14238"/>
                    </a:moveTo>
                    <a:cubicBezTo>
                      <a:pt x="5101" y="14238"/>
                      <a:pt x="5032" y="14257"/>
                      <a:pt x="4969" y="14299"/>
                    </a:cubicBezTo>
                    <a:cubicBezTo>
                      <a:pt x="4580" y="14565"/>
                      <a:pt x="4190" y="14829"/>
                      <a:pt x="3801" y="15093"/>
                    </a:cubicBezTo>
                    <a:cubicBezTo>
                      <a:pt x="3707" y="15157"/>
                      <a:pt x="3632" y="15240"/>
                      <a:pt x="3601" y="15351"/>
                    </a:cubicBezTo>
                    <a:cubicBezTo>
                      <a:pt x="3573" y="15455"/>
                      <a:pt x="3587" y="15592"/>
                      <a:pt x="3645" y="15685"/>
                    </a:cubicBezTo>
                    <a:cubicBezTo>
                      <a:pt x="3728" y="15812"/>
                      <a:pt x="3881" y="15902"/>
                      <a:pt x="4034" y="15902"/>
                    </a:cubicBezTo>
                    <a:cubicBezTo>
                      <a:pt x="4104" y="15902"/>
                      <a:pt x="4174" y="15883"/>
                      <a:pt x="4237" y="15840"/>
                    </a:cubicBezTo>
                    <a:cubicBezTo>
                      <a:pt x="4626" y="15576"/>
                      <a:pt x="5015" y="15311"/>
                      <a:pt x="5405" y="15047"/>
                    </a:cubicBezTo>
                    <a:cubicBezTo>
                      <a:pt x="5499" y="14982"/>
                      <a:pt x="5572" y="14899"/>
                      <a:pt x="5603" y="14788"/>
                    </a:cubicBezTo>
                    <a:cubicBezTo>
                      <a:pt x="5632" y="14686"/>
                      <a:pt x="5618" y="14547"/>
                      <a:pt x="5561" y="14455"/>
                    </a:cubicBezTo>
                    <a:cubicBezTo>
                      <a:pt x="5478" y="14328"/>
                      <a:pt x="5324" y="14238"/>
                      <a:pt x="5171" y="14238"/>
                    </a:cubicBezTo>
                    <a:close/>
                    <a:moveTo>
                      <a:pt x="15481" y="14560"/>
                    </a:moveTo>
                    <a:cubicBezTo>
                      <a:pt x="15445" y="14560"/>
                      <a:pt x="15409" y="14565"/>
                      <a:pt x="15375" y="14576"/>
                    </a:cubicBezTo>
                    <a:cubicBezTo>
                      <a:pt x="15271" y="14610"/>
                      <a:pt x="15165" y="14675"/>
                      <a:pt x="15115" y="14774"/>
                    </a:cubicBezTo>
                    <a:cubicBezTo>
                      <a:pt x="14956" y="15096"/>
                      <a:pt x="14795" y="15415"/>
                      <a:pt x="14635" y="15737"/>
                    </a:cubicBezTo>
                    <a:cubicBezTo>
                      <a:pt x="14583" y="15841"/>
                      <a:pt x="14559" y="15954"/>
                      <a:pt x="14592" y="16070"/>
                    </a:cubicBezTo>
                    <a:cubicBezTo>
                      <a:pt x="14620" y="16170"/>
                      <a:pt x="14697" y="16278"/>
                      <a:pt x="14791" y="16327"/>
                    </a:cubicBezTo>
                    <a:cubicBezTo>
                      <a:pt x="14860" y="16364"/>
                      <a:pt x="14939" y="16388"/>
                      <a:pt x="15017" y="16388"/>
                    </a:cubicBezTo>
                    <a:cubicBezTo>
                      <a:pt x="15053" y="16388"/>
                      <a:pt x="15088" y="16383"/>
                      <a:pt x="15123" y="16372"/>
                    </a:cubicBezTo>
                    <a:cubicBezTo>
                      <a:pt x="15227" y="16339"/>
                      <a:pt x="15332" y="16273"/>
                      <a:pt x="15382" y="16173"/>
                    </a:cubicBezTo>
                    <a:cubicBezTo>
                      <a:pt x="15542" y="15852"/>
                      <a:pt x="15702" y="15532"/>
                      <a:pt x="15862" y="15211"/>
                    </a:cubicBezTo>
                    <a:cubicBezTo>
                      <a:pt x="15914" y="15106"/>
                      <a:pt x="15938" y="14994"/>
                      <a:pt x="15906" y="14878"/>
                    </a:cubicBezTo>
                    <a:cubicBezTo>
                      <a:pt x="15878" y="14777"/>
                      <a:pt x="15800" y="14669"/>
                      <a:pt x="15708" y="14621"/>
                    </a:cubicBezTo>
                    <a:cubicBezTo>
                      <a:pt x="15638" y="14584"/>
                      <a:pt x="15559" y="14560"/>
                      <a:pt x="15481" y="145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1" name="Google Shape;1371;p169"/>
            <p:cNvGrpSpPr/>
            <p:nvPr/>
          </p:nvGrpSpPr>
          <p:grpSpPr>
            <a:xfrm flipH="1">
              <a:off x="7300088" y="3387158"/>
              <a:ext cx="895527" cy="969047"/>
              <a:chOff x="947375" y="2671640"/>
              <a:chExt cx="585044" cy="633116"/>
            </a:xfrm>
          </p:grpSpPr>
          <p:sp>
            <p:nvSpPr>
              <p:cNvPr id="1372" name="Google Shape;1372;p169"/>
              <p:cNvSpPr/>
              <p:nvPr/>
            </p:nvSpPr>
            <p:spPr>
              <a:xfrm>
                <a:off x="968706" y="2817726"/>
                <a:ext cx="522742" cy="471380"/>
              </a:xfrm>
              <a:custGeom>
                <a:rect b="b" l="l" r="r" t="t"/>
                <a:pathLst>
                  <a:path extrusionOk="0" h="16175" w="17939">
                    <a:moveTo>
                      <a:pt x="1" y="0"/>
                    </a:moveTo>
                    <a:lnTo>
                      <a:pt x="1" y="16174"/>
                    </a:lnTo>
                    <a:lnTo>
                      <a:pt x="17939" y="16174"/>
                    </a:lnTo>
                    <a:lnTo>
                      <a:pt x="1793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169"/>
              <p:cNvSpPr/>
              <p:nvPr/>
            </p:nvSpPr>
            <p:spPr>
              <a:xfrm>
                <a:off x="947375" y="2810528"/>
                <a:ext cx="585044" cy="494228"/>
              </a:xfrm>
              <a:custGeom>
                <a:rect b="b" l="l" r="r" t="t"/>
                <a:pathLst>
                  <a:path extrusionOk="0" h="16959" w="20077">
                    <a:moveTo>
                      <a:pt x="9677" y="0"/>
                    </a:moveTo>
                    <a:cubicBezTo>
                      <a:pt x="9605" y="0"/>
                      <a:pt x="9534" y="46"/>
                      <a:pt x="9536" y="139"/>
                    </a:cubicBezTo>
                    <a:cubicBezTo>
                      <a:pt x="9561" y="2893"/>
                      <a:pt x="9574" y="5016"/>
                      <a:pt x="9602" y="7770"/>
                    </a:cubicBezTo>
                    <a:cubicBezTo>
                      <a:pt x="7915" y="7961"/>
                      <a:pt x="6227" y="8154"/>
                      <a:pt x="4539" y="8343"/>
                    </a:cubicBezTo>
                    <a:cubicBezTo>
                      <a:pt x="3089" y="8509"/>
                      <a:pt x="1637" y="8674"/>
                      <a:pt x="185" y="8838"/>
                    </a:cubicBezTo>
                    <a:cubicBezTo>
                      <a:pt x="8" y="8859"/>
                      <a:pt x="1" y="9127"/>
                      <a:pt x="166" y="9127"/>
                    </a:cubicBezTo>
                    <a:cubicBezTo>
                      <a:pt x="172" y="9127"/>
                      <a:pt x="178" y="9127"/>
                      <a:pt x="185" y="9126"/>
                    </a:cubicBezTo>
                    <a:lnTo>
                      <a:pt x="7861" y="8256"/>
                    </a:lnTo>
                    <a:cubicBezTo>
                      <a:pt x="8443" y="8190"/>
                      <a:pt x="9023" y="8123"/>
                      <a:pt x="9605" y="8057"/>
                    </a:cubicBezTo>
                    <a:cubicBezTo>
                      <a:pt x="9622" y="9708"/>
                      <a:pt x="9639" y="11361"/>
                      <a:pt x="9654" y="13013"/>
                    </a:cubicBezTo>
                    <a:cubicBezTo>
                      <a:pt x="9668" y="14281"/>
                      <a:pt x="9681" y="15550"/>
                      <a:pt x="9692" y="16819"/>
                    </a:cubicBezTo>
                    <a:cubicBezTo>
                      <a:pt x="9693" y="16912"/>
                      <a:pt x="9766" y="16958"/>
                      <a:pt x="9838" y="16958"/>
                    </a:cubicBezTo>
                    <a:cubicBezTo>
                      <a:pt x="9911" y="16958"/>
                      <a:pt x="9982" y="16912"/>
                      <a:pt x="9982" y="16819"/>
                    </a:cubicBezTo>
                    <a:cubicBezTo>
                      <a:pt x="9951" y="13887"/>
                      <a:pt x="9921" y="10956"/>
                      <a:pt x="9892" y="8026"/>
                    </a:cubicBezTo>
                    <a:lnTo>
                      <a:pt x="15535" y="7385"/>
                    </a:lnTo>
                    <a:cubicBezTo>
                      <a:pt x="16988" y="7220"/>
                      <a:pt x="18440" y="7054"/>
                      <a:pt x="19892" y="6890"/>
                    </a:cubicBezTo>
                    <a:cubicBezTo>
                      <a:pt x="20069" y="6870"/>
                      <a:pt x="20076" y="6601"/>
                      <a:pt x="19911" y="6601"/>
                    </a:cubicBezTo>
                    <a:cubicBezTo>
                      <a:pt x="19905" y="6601"/>
                      <a:pt x="19899" y="6601"/>
                      <a:pt x="19892" y="6602"/>
                    </a:cubicBezTo>
                    <a:lnTo>
                      <a:pt x="12217" y="7473"/>
                    </a:lnTo>
                    <a:cubicBezTo>
                      <a:pt x="11441" y="7560"/>
                      <a:pt x="10666" y="7648"/>
                      <a:pt x="9890" y="7738"/>
                    </a:cubicBezTo>
                    <a:cubicBezTo>
                      <a:pt x="9875" y="6263"/>
                      <a:pt x="9861" y="4789"/>
                      <a:pt x="9845" y="3316"/>
                    </a:cubicBezTo>
                    <a:cubicBezTo>
                      <a:pt x="9833" y="2046"/>
                      <a:pt x="9835" y="1408"/>
                      <a:pt x="9823" y="139"/>
                    </a:cubicBezTo>
                    <a:cubicBezTo>
                      <a:pt x="9822" y="47"/>
                      <a:pt x="9749" y="0"/>
                      <a:pt x="96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169"/>
              <p:cNvSpPr/>
              <p:nvPr/>
            </p:nvSpPr>
            <p:spPr>
              <a:xfrm>
                <a:off x="1102956" y="2671640"/>
                <a:ext cx="306145" cy="203677"/>
              </a:xfrm>
              <a:custGeom>
                <a:rect b="b" l="l" r="r" t="t"/>
                <a:pathLst>
                  <a:path extrusionOk="0" h="6989" w="10506">
                    <a:moveTo>
                      <a:pt x="1139" y="609"/>
                    </a:moveTo>
                    <a:cubicBezTo>
                      <a:pt x="1207" y="609"/>
                      <a:pt x="1274" y="615"/>
                      <a:pt x="1340" y="628"/>
                    </a:cubicBezTo>
                    <a:cubicBezTo>
                      <a:pt x="2086" y="771"/>
                      <a:pt x="2598" y="1605"/>
                      <a:pt x="2974" y="2195"/>
                    </a:cubicBezTo>
                    <a:cubicBezTo>
                      <a:pt x="3446" y="2939"/>
                      <a:pt x="3811" y="3741"/>
                      <a:pt x="4071" y="4580"/>
                    </a:cubicBezTo>
                    <a:cubicBezTo>
                      <a:pt x="3432" y="4287"/>
                      <a:pt x="2820" y="3937"/>
                      <a:pt x="2249" y="3525"/>
                    </a:cubicBezTo>
                    <a:cubicBezTo>
                      <a:pt x="1917" y="3287"/>
                      <a:pt x="1601" y="3030"/>
                      <a:pt x="1299" y="2756"/>
                    </a:cubicBezTo>
                    <a:cubicBezTo>
                      <a:pt x="1015" y="2497"/>
                      <a:pt x="706" y="2226"/>
                      <a:pt x="499" y="1897"/>
                    </a:cubicBezTo>
                    <a:cubicBezTo>
                      <a:pt x="299" y="1584"/>
                      <a:pt x="204" y="1134"/>
                      <a:pt x="500" y="846"/>
                    </a:cubicBezTo>
                    <a:cubicBezTo>
                      <a:pt x="666" y="684"/>
                      <a:pt x="905" y="609"/>
                      <a:pt x="1139" y="609"/>
                    </a:cubicBezTo>
                    <a:close/>
                    <a:moveTo>
                      <a:pt x="5460" y="288"/>
                    </a:moveTo>
                    <a:cubicBezTo>
                      <a:pt x="5900" y="288"/>
                      <a:pt x="6313" y="701"/>
                      <a:pt x="6418" y="1144"/>
                    </a:cubicBezTo>
                    <a:cubicBezTo>
                      <a:pt x="6580" y="1827"/>
                      <a:pt x="6266" y="2577"/>
                      <a:pt x="5923" y="3156"/>
                    </a:cubicBezTo>
                    <a:cubicBezTo>
                      <a:pt x="5546" y="3789"/>
                      <a:pt x="5019" y="4322"/>
                      <a:pt x="4394" y="4710"/>
                    </a:cubicBezTo>
                    <a:cubicBezTo>
                      <a:pt x="4391" y="4708"/>
                      <a:pt x="4388" y="4707"/>
                      <a:pt x="4387" y="4705"/>
                    </a:cubicBezTo>
                    <a:cubicBezTo>
                      <a:pt x="4394" y="4682"/>
                      <a:pt x="4397" y="4656"/>
                      <a:pt x="4388" y="4625"/>
                    </a:cubicBezTo>
                    <a:cubicBezTo>
                      <a:pt x="4194" y="3880"/>
                      <a:pt x="4142" y="3100"/>
                      <a:pt x="4250" y="2336"/>
                    </a:cubicBezTo>
                    <a:cubicBezTo>
                      <a:pt x="4304" y="1958"/>
                      <a:pt x="4394" y="1581"/>
                      <a:pt x="4522" y="1221"/>
                    </a:cubicBezTo>
                    <a:cubicBezTo>
                      <a:pt x="4623" y="940"/>
                      <a:pt x="4769" y="639"/>
                      <a:pt x="5008" y="451"/>
                    </a:cubicBezTo>
                    <a:cubicBezTo>
                      <a:pt x="5154" y="337"/>
                      <a:pt x="5309" y="288"/>
                      <a:pt x="5460" y="288"/>
                    </a:cubicBezTo>
                    <a:close/>
                    <a:moveTo>
                      <a:pt x="7734" y="3907"/>
                    </a:moveTo>
                    <a:cubicBezTo>
                      <a:pt x="8404" y="3907"/>
                      <a:pt x="9083" y="4062"/>
                      <a:pt x="9568" y="4540"/>
                    </a:cubicBezTo>
                    <a:cubicBezTo>
                      <a:pt x="9849" y="4814"/>
                      <a:pt x="10037" y="5183"/>
                      <a:pt x="10030" y="5583"/>
                    </a:cubicBezTo>
                    <a:cubicBezTo>
                      <a:pt x="10023" y="5959"/>
                      <a:pt x="9846" y="6346"/>
                      <a:pt x="9510" y="6540"/>
                    </a:cubicBezTo>
                    <a:cubicBezTo>
                      <a:pt x="9299" y="6662"/>
                      <a:pt x="9058" y="6704"/>
                      <a:pt x="8814" y="6704"/>
                    </a:cubicBezTo>
                    <a:cubicBezTo>
                      <a:pt x="8602" y="6704"/>
                      <a:pt x="8388" y="6673"/>
                      <a:pt x="8189" y="6635"/>
                    </a:cubicBezTo>
                    <a:cubicBezTo>
                      <a:pt x="7767" y="6558"/>
                      <a:pt x="7353" y="6443"/>
                      <a:pt x="6951" y="6295"/>
                    </a:cubicBezTo>
                    <a:cubicBezTo>
                      <a:pt x="6097" y="5979"/>
                      <a:pt x="5305" y="5502"/>
                      <a:pt x="4619" y="4905"/>
                    </a:cubicBezTo>
                    <a:cubicBezTo>
                      <a:pt x="5336" y="4412"/>
                      <a:pt x="6155" y="4081"/>
                      <a:pt x="7017" y="3960"/>
                    </a:cubicBezTo>
                    <a:cubicBezTo>
                      <a:pt x="7248" y="3928"/>
                      <a:pt x="7491" y="3907"/>
                      <a:pt x="7734" y="3907"/>
                    </a:cubicBezTo>
                    <a:close/>
                    <a:moveTo>
                      <a:pt x="5469" y="0"/>
                    </a:moveTo>
                    <a:cubicBezTo>
                      <a:pt x="5397" y="0"/>
                      <a:pt x="5324" y="8"/>
                      <a:pt x="5250" y="23"/>
                    </a:cubicBezTo>
                    <a:cubicBezTo>
                      <a:pt x="4505" y="184"/>
                      <a:pt x="4225" y="1089"/>
                      <a:pt x="4073" y="1730"/>
                    </a:cubicBezTo>
                    <a:cubicBezTo>
                      <a:pt x="3947" y="2258"/>
                      <a:pt x="3896" y="2801"/>
                      <a:pt x="3916" y="3341"/>
                    </a:cubicBezTo>
                    <a:cubicBezTo>
                      <a:pt x="3725" y="2913"/>
                      <a:pt x="3506" y="2500"/>
                      <a:pt x="3255" y="2104"/>
                    </a:cubicBezTo>
                    <a:cubicBezTo>
                      <a:pt x="2835" y="1435"/>
                      <a:pt x="2284" y="559"/>
                      <a:pt x="1460" y="359"/>
                    </a:cubicBezTo>
                    <a:cubicBezTo>
                      <a:pt x="1361" y="335"/>
                      <a:pt x="1258" y="324"/>
                      <a:pt x="1156" y="324"/>
                    </a:cubicBezTo>
                    <a:cubicBezTo>
                      <a:pt x="573" y="324"/>
                      <a:pt x="1" y="702"/>
                      <a:pt x="22" y="1350"/>
                    </a:cubicBezTo>
                    <a:cubicBezTo>
                      <a:pt x="38" y="1780"/>
                      <a:pt x="287" y="2143"/>
                      <a:pt x="572" y="2448"/>
                    </a:cubicBezTo>
                    <a:cubicBezTo>
                      <a:pt x="878" y="2776"/>
                      <a:pt x="1213" y="3078"/>
                      <a:pt x="1560" y="3359"/>
                    </a:cubicBezTo>
                    <a:cubicBezTo>
                      <a:pt x="2350" y="4001"/>
                      <a:pt x="3223" y="4531"/>
                      <a:pt x="4156" y="4936"/>
                    </a:cubicBezTo>
                    <a:cubicBezTo>
                      <a:pt x="4174" y="4945"/>
                      <a:pt x="4192" y="4948"/>
                      <a:pt x="4210" y="4948"/>
                    </a:cubicBezTo>
                    <a:cubicBezTo>
                      <a:pt x="4219" y="4948"/>
                      <a:pt x="4227" y="4947"/>
                      <a:pt x="4235" y="4946"/>
                    </a:cubicBezTo>
                    <a:cubicBezTo>
                      <a:pt x="4955" y="5616"/>
                      <a:pt x="5791" y="6146"/>
                      <a:pt x="6706" y="6509"/>
                    </a:cubicBezTo>
                    <a:cubicBezTo>
                      <a:pt x="7170" y="6692"/>
                      <a:pt x="7651" y="6831"/>
                      <a:pt x="8141" y="6919"/>
                    </a:cubicBezTo>
                    <a:cubicBezTo>
                      <a:pt x="8359" y="6959"/>
                      <a:pt x="8585" y="6989"/>
                      <a:pt x="8809" y="6989"/>
                    </a:cubicBezTo>
                    <a:cubicBezTo>
                      <a:pt x="9065" y="6989"/>
                      <a:pt x="9318" y="6950"/>
                      <a:pt x="9554" y="6841"/>
                    </a:cubicBezTo>
                    <a:cubicBezTo>
                      <a:pt x="10355" y="6471"/>
                      <a:pt x="10505" y="5415"/>
                      <a:pt x="10072" y="4712"/>
                    </a:cubicBezTo>
                    <a:cubicBezTo>
                      <a:pt x="9578" y="3905"/>
                      <a:pt x="8621" y="3621"/>
                      <a:pt x="7720" y="3621"/>
                    </a:cubicBezTo>
                    <a:cubicBezTo>
                      <a:pt x="7677" y="3621"/>
                      <a:pt x="7633" y="3622"/>
                      <a:pt x="7590" y="3623"/>
                    </a:cubicBezTo>
                    <a:cubicBezTo>
                      <a:pt x="6914" y="3644"/>
                      <a:pt x="6245" y="3792"/>
                      <a:pt x="5618" y="4043"/>
                    </a:cubicBezTo>
                    <a:cubicBezTo>
                      <a:pt x="5798" y="3841"/>
                      <a:pt x="5970" y="3627"/>
                      <a:pt x="6114" y="3398"/>
                    </a:cubicBezTo>
                    <a:cubicBezTo>
                      <a:pt x="6523" y="2745"/>
                      <a:pt x="6863" y="1910"/>
                      <a:pt x="6710" y="1127"/>
                    </a:cubicBezTo>
                    <a:cubicBezTo>
                      <a:pt x="6595" y="542"/>
                      <a:pt x="6079" y="0"/>
                      <a:pt x="54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75" name="Google Shape;1375;p169"/>
            <p:cNvSpPr/>
            <p:nvPr/>
          </p:nvSpPr>
          <p:spPr>
            <a:xfrm flipH="1" rot="-6147428">
              <a:off x="6469883" y="3074038"/>
              <a:ext cx="258138" cy="283502"/>
            </a:xfrm>
            <a:custGeom>
              <a:rect b="b" l="l" r="r" t="t"/>
              <a:pathLst>
                <a:path extrusionOk="0" h="8383" w="7633">
                  <a:moveTo>
                    <a:pt x="6872" y="1"/>
                  </a:moveTo>
                  <a:cubicBezTo>
                    <a:pt x="6115" y="1"/>
                    <a:pt x="6113" y="1179"/>
                    <a:pt x="6872" y="1179"/>
                  </a:cubicBezTo>
                  <a:cubicBezTo>
                    <a:pt x="6873" y="1179"/>
                    <a:pt x="6873" y="1179"/>
                    <a:pt x="6874" y="1179"/>
                  </a:cubicBezTo>
                  <a:cubicBezTo>
                    <a:pt x="7631" y="1179"/>
                    <a:pt x="7632" y="1"/>
                    <a:pt x="6872" y="1"/>
                  </a:cubicBezTo>
                  <a:close/>
                  <a:moveTo>
                    <a:pt x="759" y="1966"/>
                  </a:moveTo>
                  <a:cubicBezTo>
                    <a:pt x="2" y="1966"/>
                    <a:pt x="0" y="3144"/>
                    <a:pt x="759" y="3144"/>
                  </a:cubicBezTo>
                  <a:cubicBezTo>
                    <a:pt x="1518" y="3144"/>
                    <a:pt x="1520" y="1966"/>
                    <a:pt x="759" y="1966"/>
                  </a:cubicBezTo>
                  <a:close/>
                  <a:moveTo>
                    <a:pt x="4034" y="3276"/>
                  </a:moveTo>
                  <a:cubicBezTo>
                    <a:pt x="3277" y="3276"/>
                    <a:pt x="3275" y="4454"/>
                    <a:pt x="4034" y="4454"/>
                  </a:cubicBezTo>
                  <a:cubicBezTo>
                    <a:pt x="4792" y="4454"/>
                    <a:pt x="4793" y="3276"/>
                    <a:pt x="4034" y="3276"/>
                  </a:cubicBezTo>
                  <a:close/>
                  <a:moveTo>
                    <a:pt x="979" y="7206"/>
                  </a:moveTo>
                  <a:cubicBezTo>
                    <a:pt x="221" y="7206"/>
                    <a:pt x="218" y="8382"/>
                    <a:pt x="979" y="8382"/>
                  </a:cubicBezTo>
                  <a:cubicBezTo>
                    <a:pt x="1736" y="8382"/>
                    <a:pt x="1738" y="7206"/>
                    <a:pt x="979" y="72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169"/>
          <p:cNvSpPr/>
          <p:nvPr/>
        </p:nvSpPr>
        <p:spPr>
          <a:xfrm rot="6584380">
            <a:off x="6430093" y="805243"/>
            <a:ext cx="343952" cy="309012"/>
          </a:xfrm>
          <a:custGeom>
            <a:rect b="b" l="l" r="r" t="t"/>
            <a:pathLst>
              <a:path extrusionOk="0" h="9428" w="10494">
                <a:moveTo>
                  <a:pt x="3639" y="395"/>
                </a:moveTo>
                <a:cubicBezTo>
                  <a:pt x="3847" y="395"/>
                  <a:pt x="4058" y="417"/>
                  <a:pt x="4269" y="464"/>
                </a:cubicBezTo>
                <a:cubicBezTo>
                  <a:pt x="5846" y="811"/>
                  <a:pt x="6848" y="2377"/>
                  <a:pt x="6503" y="3955"/>
                </a:cubicBezTo>
                <a:cubicBezTo>
                  <a:pt x="6201" y="5323"/>
                  <a:pt x="4985" y="6257"/>
                  <a:pt x="3639" y="6257"/>
                </a:cubicBezTo>
                <a:cubicBezTo>
                  <a:pt x="3432" y="6257"/>
                  <a:pt x="3222" y="6235"/>
                  <a:pt x="3011" y="6189"/>
                </a:cubicBezTo>
                <a:cubicBezTo>
                  <a:pt x="1433" y="5840"/>
                  <a:pt x="431" y="4274"/>
                  <a:pt x="778" y="2696"/>
                </a:cubicBezTo>
                <a:cubicBezTo>
                  <a:pt x="1078" y="1330"/>
                  <a:pt x="2294" y="395"/>
                  <a:pt x="3639" y="395"/>
                </a:cubicBezTo>
                <a:close/>
                <a:moveTo>
                  <a:pt x="3640" y="1"/>
                </a:moveTo>
                <a:cubicBezTo>
                  <a:pt x="2113" y="1"/>
                  <a:pt x="735" y="1061"/>
                  <a:pt x="393" y="2612"/>
                </a:cubicBezTo>
                <a:cubicBezTo>
                  <a:pt x="0" y="4401"/>
                  <a:pt x="1136" y="6179"/>
                  <a:pt x="2927" y="6572"/>
                </a:cubicBezTo>
                <a:cubicBezTo>
                  <a:pt x="3166" y="6626"/>
                  <a:pt x="3405" y="6651"/>
                  <a:pt x="3641" y="6651"/>
                </a:cubicBezTo>
                <a:cubicBezTo>
                  <a:pt x="5166" y="6651"/>
                  <a:pt x="6545" y="5591"/>
                  <a:pt x="6886" y="4040"/>
                </a:cubicBezTo>
                <a:cubicBezTo>
                  <a:pt x="7280" y="2250"/>
                  <a:pt x="6144" y="474"/>
                  <a:pt x="4355" y="79"/>
                </a:cubicBezTo>
                <a:cubicBezTo>
                  <a:pt x="4115" y="26"/>
                  <a:pt x="3876" y="1"/>
                  <a:pt x="3640" y="1"/>
                </a:cubicBezTo>
                <a:close/>
                <a:moveTo>
                  <a:pt x="9377" y="7781"/>
                </a:moveTo>
                <a:cubicBezTo>
                  <a:pt x="9421" y="7781"/>
                  <a:pt x="9466" y="7786"/>
                  <a:pt x="9511" y="7795"/>
                </a:cubicBezTo>
                <a:cubicBezTo>
                  <a:pt x="9848" y="7870"/>
                  <a:pt x="10062" y="8204"/>
                  <a:pt x="9987" y="8542"/>
                </a:cubicBezTo>
                <a:cubicBezTo>
                  <a:pt x="9952" y="8705"/>
                  <a:pt x="9855" y="8845"/>
                  <a:pt x="9714" y="8935"/>
                </a:cubicBezTo>
                <a:cubicBezTo>
                  <a:pt x="9611" y="9001"/>
                  <a:pt x="9495" y="9034"/>
                  <a:pt x="9377" y="9034"/>
                </a:cubicBezTo>
                <a:cubicBezTo>
                  <a:pt x="9332" y="9034"/>
                  <a:pt x="9287" y="9029"/>
                  <a:pt x="9242" y="9020"/>
                </a:cubicBezTo>
                <a:cubicBezTo>
                  <a:pt x="8905" y="8945"/>
                  <a:pt x="8691" y="8611"/>
                  <a:pt x="8766" y="8273"/>
                </a:cubicBezTo>
                <a:cubicBezTo>
                  <a:pt x="8829" y="7981"/>
                  <a:pt x="9089" y="7781"/>
                  <a:pt x="9377" y="7781"/>
                </a:cubicBezTo>
                <a:close/>
                <a:moveTo>
                  <a:pt x="9378" y="7387"/>
                </a:moveTo>
                <a:cubicBezTo>
                  <a:pt x="8909" y="7387"/>
                  <a:pt x="8485" y="7712"/>
                  <a:pt x="8381" y="8189"/>
                </a:cubicBezTo>
                <a:cubicBezTo>
                  <a:pt x="8260" y="8737"/>
                  <a:pt x="8608" y="9282"/>
                  <a:pt x="9158" y="9403"/>
                </a:cubicBezTo>
                <a:cubicBezTo>
                  <a:pt x="9231" y="9420"/>
                  <a:pt x="9305" y="9427"/>
                  <a:pt x="9379" y="9427"/>
                </a:cubicBezTo>
                <a:cubicBezTo>
                  <a:pt x="9571" y="9427"/>
                  <a:pt x="9759" y="9372"/>
                  <a:pt x="9927" y="9267"/>
                </a:cubicBezTo>
                <a:cubicBezTo>
                  <a:pt x="10156" y="9119"/>
                  <a:pt x="10315" y="8892"/>
                  <a:pt x="10372" y="8626"/>
                </a:cubicBezTo>
                <a:cubicBezTo>
                  <a:pt x="10493" y="8076"/>
                  <a:pt x="10145" y="7531"/>
                  <a:pt x="9595" y="7410"/>
                </a:cubicBezTo>
                <a:cubicBezTo>
                  <a:pt x="9522" y="7394"/>
                  <a:pt x="9449" y="7387"/>
                  <a:pt x="9378" y="738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69"/>
          <p:cNvSpPr txBox="1"/>
          <p:nvPr>
            <p:ph type="title"/>
          </p:nvPr>
        </p:nvSpPr>
        <p:spPr>
          <a:xfrm>
            <a:off x="801958" y="2303812"/>
            <a:ext cx="11631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" name="Google Shape;1382;p170"/>
          <p:cNvGraphicFramePr/>
          <p:nvPr/>
        </p:nvGraphicFramePr>
        <p:xfrm>
          <a:off x="217400" y="117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{D2816908-81EE-4345-91DF-9D42B0567AD8}</a:tableStyleId>
              </a:tblPr>
              <a:tblGrid>
                <a:gridCol w="1003450"/>
                <a:gridCol w="1003450"/>
                <a:gridCol w="1003450"/>
                <a:gridCol w="1003450"/>
                <a:gridCol w="1003450"/>
              </a:tblGrid>
              <a:tr h="63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Total session</a:t>
                      </a:r>
                      <a:endParaRPr b="1" sz="10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Product -&gt; Cart</a:t>
                      </a:r>
                      <a:r>
                        <a:rPr lang="en" sz="10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(%Drop-off)</a:t>
                      </a:r>
                      <a:endParaRPr sz="10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Cart -&gt; Purchase</a:t>
                      </a:r>
                      <a:r>
                        <a:rPr lang="en" sz="10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(</a:t>
                      </a:r>
                      <a:r>
                        <a:rPr lang="en" sz="10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%Drop-off)</a:t>
                      </a:r>
                      <a:endParaRPr sz="10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Total Journey Failure Rate</a:t>
                      </a:r>
                      <a:r>
                        <a:rPr lang="en" sz="10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</a:t>
                      </a:r>
                      <a:endParaRPr sz="10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Adwords</a:t>
                      </a:r>
                      <a:r>
                        <a:rPr lang="en" sz="11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</a:t>
                      </a:r>
                      <a:endParaRPr sz="11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20.3690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36,80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58,00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73,50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Email</a:t>
                      </a:r>
                      <a:r>
                        <a:rPr lang="en" sz="11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</a:t>
                      </a:r>
                      <a:endParaRPr sz="11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30.6377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36,80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58,00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73,40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Facebook</a:t>
                      </a:r>
                      <a:r>
                        <a:rPr lang="en" sz="11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</a:t>
                      </a:r>
                      <a:endParaRPr sz="11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68.518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36,40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57,90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73,20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Organic</a:t>
                      </a:r>
                      <a:r>
                        <a:rPr lang="en" sz="11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</a:t>
                      </a:r>
                      <a:endParaRPr sz="11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33.753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36,80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58,20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73,60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</a:tr>
              <a:tr h="32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YouTube</a:t>
                      </a:r>
                      <a:r>
                        <a:rPr lang="en" sz="11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</a:t>
                      </a:r>
                      <a:endParaRPr sz="1100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68.524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36,70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58,10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73,50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</a:tr>
              <a:tr h="47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Platform Average</a:t>
                      </a:r>
                      <a:r>
                        <a:rPr lang="en" sz="1100"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 </a:t>
                      </a:r>
                      <a:endParaRPr b="1" sz="1100">
                        <a:solidFill>
                          <a:srgbClr val="1F1F1F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680.862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36,80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58,00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73,40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1383" name="Google Shape;1383;p17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70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Martel"/>
                <a:ea typeface="Martel"/>
                <a:cs typeface="Martel"/>
                <a:sym typeface="Martel"/>
              </a:rPr>
              <a:t>Critical Cart Abandonment</a:t>
            </a:r>
            <a:endParaRPr b="1" sz="2400">
              <a:solidFill>
                <a:schemeClr val="accent6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sp>
        <p:nvSpPr>
          <p:cNvPr id="1385" name="Google Shape;1385;p170"/>
          <p:cNvSpPr/>
          <p:nvPr/>
        </p:nvSpPr>
        <p:spPr>
          <a:xfrm>
            <a:off x="5352200" y="983875"/>
            <a:ext cx="3692700" cy="35082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70"/>
          <p:cNvSpPr txBox="1"/>
          <p:nvPr/>
        </p:nvSpPr>
        <p:spPr>
          <a:xfrm>
            <a:off x="5583000" y="1214674"/>
            <a:ext cx="32313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7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Checkout Friction Analysis</a:t>
            </a:r>
            <a:endParaRPr b="1" sz="1357">
              <a:solidFill>
                <a:srgbClr val="0F172A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spcBef>
                <a:spcPts val="582"/>
              </a:spcBef>
              <a:spcAft>
                <a:spcPts val="0"/>
              </a:spcAft>
              <a:buNone/>
            </a:pPr>
            <a:r>
              <a:rPr b="0" lang="en" sz="1066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The platform suffers from a </a:t>
            </a:r>
            <a:r>
              <a:rPr b="1" lang="en" sz="1066">
                <a:solidFill>
                  <a:srgbClr val="B91C1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73.4% Total Journey Failure Rate</a:t>
            </a:r>
            <a:r>
              <a:rPr b="0" lang="en" sz="1066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 While interest is high, the transition from intent to ownership is broken.</a:t>
            </a:r>
            <a:endParaRPr b="0" sz="1066">
              <a:solidFill>
                <a:srgbClr val="475569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spcBef>
                <a:spcPts val="582"/>
              </a:spcBef>
              <a:spcAft>
                <a:spcPts val="0"/>
              </a:spcAft>
              <a:buNone/>
            </a:pPr>
            <a:r>
              <a:rPr b="1" lang="en" sz="1066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Key Friction Point:</a:t>
            </a:r>
            <a:endParaRPr b="0" sz="1066">
              <a:solidFill>
                <a:srgbClr val="475569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-289269" lvl="0" marL="443136" rtl="0" algn="l">
              <a:spcBef>
                <a:spcPts val="582"/>
              </a:spcBef>
              <a:spcAft>
                <a:spcPts val="0"/>
              </a:spcAft>
              <a:buClr>
                <a:srgbClr val="475569"/>
              </a:buClr>
              <a:buSzPts val="1066"/>
              <a:buFont typeface="Be Vietnam Pro"/>
              <a:buChar char="●"/>
            </a:pPr>
            <a:r>
              <a:rPr b="0" lang="en" sz="1066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Standard drop-off at product page (~36%)</a:t>
            </a:r>
            <a:endParaRPr b="0" sz="1066">
              <a:solidFill>
                <a:srgbClr val="475569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-289269" lvl="0" marL="443136" rtl="0" algn="l">
              <a:spcBef>
                <a:spcPts val="582"/>
              </a:spcBef>
              <a:spcAft>
                <a:spcPts val="0"/>
              </a:spcAft>
              <a:buClr>
                <a:srgbClr val="475569"/>
              </a:buClr>
              <a:buSzPts val="1066"/>
              <a:buFont typeface="Be Vietnam Pro"/>
              <a:buChar char="●"/>
            </a:pPr>
            <a:r>
              <a:rPr b="1" lang="en" sz="1066">
                <a:solidFill>
                  <a:srgbClr val="B91C1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Catastrophic 58% abandonment</a:t>
            </a:r>
            <a:r>
              <a:rPr b="0" lang="en" sz="1066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at checkout</a:t>
            </a:r>
            <a:endParaRPr b="0" sz="1066">
              <a:solidFill>
                <a:srgbClr val="475569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spcBef>
                <a:spcPts val="582"/>
              </a:spcBef>
              <a:spcAft>
                <a:spcPts val="0"/>
              </a:spcAft>
              <a:buNone/>
            </a:pPr>
            <a:r>
              <a:rPr b="1" lang="en" sz="1066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Systemic Implications:</a:t>
            </a:r>
            <a:endParaRPr b="0" sz="1066">
              <a:solidFill>
                <a:srgbClr val="475569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spcBef>
                <a:spcPts val="582"/>
              </a:spcBef>
              <a:spcAft>
                <a:spcPts val="582"/>
              </a:spcAft>
              <a:buNone/>
            </a:pPr>
            <a:r>
              <a:rPr b="0" lang="en" sz="1066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Uniform behavior across </a:t>
            </a:r>
            <a:r>
              <a:rPr b="1" lang="en" sz="1066">
                <a:solidFill>
                  <a:srgbClr val="2563EB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all traffic sources</a:t>
            </a:r>
            <a:r>
              <a:rPr b="0" lang="en" sz="1066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confirms this is a UX/Platform failure, not a marketing targeting issue.</a:t>
            </a:r>
            <a:endParaRPr b="0" sz="1066">
              <a:solidFill>
                <a:srgbClr val="475569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71"/>
          <p:cNvSpPr/>
          <p:nvPr/>
        </p:nvSpPr>
        <p:spPr>
          <a:xfrm rot="5400000">
            <a:off x="4383900" y="1409875"/>
            <a:ext cx="376200" cy="427770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71"/>
          <p:cNvSpPr/>
          <p:nvPr/>
        </p:nvSpPr>
        <p:spPr>
          <a:xfrm>
            <a:off x="1616400" y="2186225"/>
            <a:ext cx="6134400" cy="1245000"/>
          </a:xfrm>
          <a:prstGeom prst="roundRect">
            <a:avLst>
              <a:gd fmla="val 9941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71"/>
          <p:cNvSpPr/>
          <p:nvPr/>
        </p:nvSpPr>
        <p:spPr>
          <a:xfrm>
            <a:off x="3892350" y="1360925"/>
            <a:ext cx="1359300" cy="825300"/>
          </a:xfrm>
          <a:prstGeom prst="roundRect">
            <a:avLst>
              <a:gd fmla="val 83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171"/>
          <p:cNvSpPr txBox="1"/>
          <p:nvPr>
            <p:ph type="title"/>
          </p:nvPr>
        </p:nvSpPr>
        <p:spPr>
          <a:xfrm>
            <a:off x="1616400" y="2420675"/>
            <a:ext cx="5911200" cy="7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REVENUE MAXIMIZATION STRATEGY </a:t>
            </a:r>
            <a:endParaRPr sz="3000"/>
          </a:p>
        </p:txBody>
      </p:sp>
      <p:sp>
        <p:nvSpPr>
          <p:cNvPr id="1395" name="Google Shape;1395;p171"/>
          <p:cNvSpPr txBox="1"/>
          <p:nvPr>
            <p:ph idx="2" type="title"/>
          </p:nvPr>
        </p:nvSpPr>
        <p:spPr>
          <a:xfrm>
            <a:off x="3892350" y="1467275"/>
            <a:ext cx="13593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396" name="Google Shape;1396;p171"/>
          <p:cNvGrpSpPr/>
          <p:nvPr/>
        </p:nvGrpSpPr>
        <p:grpSpPr>
          <a:xfrm>
            <a:off x="7394825" y="3139087"/>
            <a:ext cx="1603325" cy="1915688"/>
            <a:chOff x="7150900" y="2810337"/>
            <a:chExt cx="1603325" cy="1915688"/>
          </a:xfrm>
        </p:grpSpPr>
        <p:sp>
          <p:nvSpPr>
            <p:cNvPr id="1397" name="Google Shape;1397;p171"/>
            <p:cNvSpPr/>
            <p:nvPr/>
          </p:nvSpPr>
          <p:spPr>
            <a:xfrm rot="-5400000">
              <a:off x="7538350" y="3510275"/>
              <a:ext cx="828300" cy="1603200"/>
            </a:xfrm>
            <a:prstGeom prst="roundRect">
              <a:avLst>
                <a:gd fmla="val 1100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71"/>
            <p:cNvSpPr/>
            <p:nvPr/>
          </p:nvSpPr>
          <p:spPr>
            <a:xfrm rot="-5400000">
              <a:off x="7853925" y="2948500"/>
              <a:ext cx="522900" cy="12777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9" name="Google Shape;1399;p171"/>
            <p:cNvGrpSpPr/>
            <p:nvPr/>
          </p:nvGrpSpPr>
          <p:grpSpPr>
            <a:xfrm flipH="1">
              <a:off x="7639510" y="3499801"/>
              <a:ext cx="951723" cy="1029868"/>
              <a:chOff x="947375" y="2417646"/>
              <a:chExt cx="819744" cy="887129"/>
            </a:xfrm>
          </p:grpSpPr>
          <p:sp>
            <p:nvSpPr>
              <p:cNvPr id="1400" name="Google Shape;1400;p171"/>
              <p:cNvSpPr/>
              <p:nvPr/>
            </p:nvSpPr>
            <p:spPr>
              <a:xfrm>
                <a:off x="977263" y="2622340"/>
                <a:ext cx="732449" cy="660506"/>
              </a:xfrm>
              <a:custGeom>
                <a:rect b="b" l="l" r="r" t="t"/>
                <a:pathLst>
                  <a:path extrusionOk="0" h="16175" w="17939">
                    <a:moveTo>
                      <a:pt x="1" y="0"/>
                    </a:moveTo>
                    <a:lnTo>
                      <a:pt x="1" y="16174"/>
                    </a:lnTo>
                    <a:lnTo>
                      <a:pt x="17939" y="16174"/>
                    </a:lnTo>
                    <a:lnTo>
                      <a:pt x="179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171"/>
              <p:cNvSpPr/>
              <p:nvPr/>
            </p:nvSpPr>
            <p:spPr>
              <a:xfrm>
                <a:off x="947375" y="2612254"/>
                <a:ext cx="819744" cy="692521"/>
              </a:xfrm>
              <a:custGeom>
                <a:rect b="b" l="l" r="r" t="t"/>
                <a:pathLst>
                  <a:path extrusionOk="0" h="16959" w="20077">
                    <a:moveTo>
                      <a:pt x="9677" y="0"/>
                    </a:moveTo>
                    <a:cubicBezTo>
                      <a:pt x="9605" y="0"/>
                      <a:pt x="9534" y="46"/>
                      <a:pt x="9536" y="139"/>
                    </a:cubicBezTo>
                    <a:cubicBezTo>
                      <a:pt x="9561" y="2893"/>
                      <a:pt x="9574" y="5016"/>
                      <a:pt x="9602" y="7770"/>
                    </a:cubicBezTo>
                    <a:cubicBezTo>
                      <a:pt x="7915" y="7961"/>
                      <a:pt x="6227" y="8154"/>
                      <a:pt x="4539" y="8343"/>
                    </a:cubicBezTo>
                    <a:cubicBezTo>
                      <a:pt x="3089" y="8509"/>
                      <a:pt x="1637" y="8674"/>
                      <a:pt x="185" y="8838"/>
                    </a:cubicBezTo>
                    <a:cubicBezTo>
                      <a:pt x="8" y="8859"/>
                      <a:pt x="1" y="9127"/>
                      <a:pt x="166" y="9127"/>
                    </a:cubicBezTo>
                    <a:cubicBezTo>
                      <a:pt x="172" y="9127"/>
                      <a:pt x="178" y="9127"/>
                      <a:pt x="185" y="9126"/>
                    </a:cubicBezTo>
                    <a:lnTo>
                      <a:pt x="7861" y="8256"/>
                    </a:lnTo>
                    <a:cubicBezTo>
                      <a:pt x="8443" y="8190"/>
                      <a:pt x="9023" y="8123"/>
                      <a:pt x="9605" y="8057"/>
                    </a:cubicBezTo>
                    <a:cubicBezTo>
                      <a:pt x="9622" y="9708"/>
                      <a:pt x="9639" y="11361"/>
                      <a:pt x="9654" y="13013"/>
                    </a:cubicBezTo>
                    <a:cubicBezTo>
                      <a:pt x="9668" y="14281"/>
                      <a:pt x="9681" y="15550"/>
                      <a:pt x="9692" y="16819"/>
                    </a:cubicBezTo>
                    <a:cubicBezTo>
                      <a:pt x="9693" y="16912"/>
                      <a:pt x="9766" y="16958"/>
                      <a:pt x="9838" y="16958"/>
                    </a:cubicBezTo>
                    <a:cubicBezTo>
                      <a:pt x="9911" y="16958"/>
                      <a:pt x="9982" y="16912"/>
                      <a:pt x="9982" y="16819"/>
                    </a:cubicBezTo>
                    <a:cubicBezTo>
                      <a:pt x="9951" y="13887"/>
                      <a:pt x="9921" y="10956"/>
                      <a:pt x="9892" y="8026"/>
                    </a:cubicBezTo>
                    <a:lnTo>
                      <a:pt x="15535" y="7385"/>
                    </a:lnTo>
                    <a:cubicBezTo>
                      <a:pt x="16988" y="7220"/>
                      <a:pt x="18440" y="7054"/>
                      <a:pt x="19892" y="6890"/>
                    </a:cubicBezTo>
                    <a:cubicBezTo>
                      <a:pt x="20069" y="6870"/>
                      <a:pt x="20076" y="6601"/>
                      <a:pt x="19911" y="6601"/>
                    </a:cubicBezTo>
                    <a:cubicBezTo>
                      <a:pt x="19905" y="6601"/>
                      <a:pt x="19899" y="6601"/>
                      <a:pt x="19892" y="6602"/>
                    </a:cubicBezTo>
                    <a:lnTo>
                      <a:pt x="12217" y="7473"/>
                    </a:lnTo>
                    <a:cubicBezTo>
                      <a:pt x="11441" y="7560"/>
                      <a:pt x="10666" y="7648"/>
                      <a:pt x="9890" y="7738"/>
                    </a:cubicBezTo>
                    <a:cubicBezTo>
                      <a:pt x="9875" y="6263"/>
                      <a:pt x="9861" y="4789"/>
                      <a:pt x="9845" y="3316"/>
                    </a:cubicBezTo>
                    <a:cubicBezTo>
                      <a:pt x="9833" y="2046"/>
                      <a:pt x="9835" y="1408"/>
                      <a:pt x="9823" y="139"/>
                    </a:cubicBezTo>
                    <a:cubicBezTo>
                      <a:pt x="9822" y="47"/>
                      <a:pt x="9749" y="0"/>
                      <a:pt x="96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171"/>
              <p:cNvSpPr/>
              <p:nvPr/>
            </p:nvSpPr>
            <p:spPr>
              <a:xfrm>
                <a:off x="1165371" y="2417646"/>
                <a:ext cx="428960" cy="285396"/>
              </a:xfrm>
              <a:custGeom>
                <a:rect b="b" l="l" r="r" t="t"/>
                <a:pathLst>
                  <a:path extrusionOk="0" h="6989" w="10506">
                    <a:moveTo>
                      <a:pt x="1139" y="609"/>
                    </a:moveTo>
                    <a:cubicBezTo>
                      <a:pt x="1207" y="609"/>
                      <a:pt x="1274" y="615"/>
                      <a:pt x="1340" y="628"/>
                    </a:cubicBezTo>
                    <a:cubicBezTo>
                      <a:pt x="2086" y="771"/>
                      <a:pt x="2598" y="1605"/>
                      <a:pt x="2974" y="2195"/>
                    </a:cubicBezTo>
                    <a:cubicBezTo>
                      <a:pt x="3446" y="2939"/>
                      <a:pt x="3811" y="3741"/>
                      <a:pt x="4071" y="4580"/>
                    </a:cubicBezTo>
                    <a:cubicBezTo>
                      <a:pt x="3432" y="4287"/>
                      <a:pt x="2820" y="3937"/>
                      <a:pt x="2249" y="3525"/>
                    </a:cubicBezTo>
                    <a:cubicBezTo>
                      <a:pt x="1917" y="3287"/>
                      <a:pt x="1601" y="3030"/>
                      <a:pt x="1299" y="2756"/>
                    </a:cubicBezTo>
                    <a:cubicBezTo>
                      <a:pt x="1015" y="2497"/>
                      <a:pt x="706" y="2226"/>
                      <a:pt x="499" y="1897"/>
                    </a:cubicBezTo>
                    <a:cubicBezTo>
                      <a:pt x="299" y="1584"/>
                      <a:pt x="204" y="1134"/>
                      <a:pt x="500" y="846"/>
                    </a:cubicBezTo>
                    <a:cubicBezTo>
                      <a:pt x="666" y="684"/>
                      <a:pt x="905" y="609"/>
                      <a:pt x="1139" y="609"/>
                    </a:cubicBezTo>
                    <a:close/>
                    <a:moveTo>
                      <a:pt x="5460" y="288"/>
                    </a:moveTo>
                    <a:cubicBezTo>
                      <a:pt x="5900" y="288"/>
                      <a:pt x="6313" y="701"/>
                      <a:pt x="6418" y="1144"/>
                    </a:cubicBezTo>
                    <a:cubicBezTo>
                      <a:pt x="6580" y="1827"/>
                      <a:pt x="6266" y="2577"/>
                      <a:pt x="5923" y="3156"/>
                    </a:cubicBezTo>
                    <a:cubicBezTo>
                      <a:pt x="5546" y="3789"/>
                      <a:pt x="5019" y="4322"/>
                      <a:pt x="4394" y="4710"/>
                    </a:cubicBezTo>
                    <a:cubicBezTo>
                      <a:pt x="4391" y="4708"/>
                      <a:pt x="4388" y="4707"/>
                      <a:pt x="4387" y="4705"/>
                    </a:cubicBezTo>
                    <a:cubicBezTo>
                      <a:pt x="4394" y="4682"/>
                      <a:pt x="4397" y="4656"/>
                      <a:pt x="4388" y="4625"/>
                    </a:cubicBezTo>
                    <a:cubicBezTo>
                      <a:pt x="4194" y="3880"/>
                      <a:pt x="4142" y="3100"/>
                      <a:pt x="4250" y="2336"/>
                    </a:cubicBezTo>
                    <a:cubicBezTo>
                      <a:pt x="4304" y="1958"/>
                      <a:pt x="4394" y="1581"/>
                      <a:pt x="4522" y="1221"/>
                    </a:cubicBezTo>
                    <a:cubicBezTo>
                      <a:pt x="4623" y="940"/>
                      <a:pt x="4769" y="639"/>
                      <a:pt x="5008" y="451"/>
                    </a:cubicBezTo>
                    <a:cubicBezTo>
                      <a:pt x="5154" y="337"/>
                      <a:pt x="5309" y="288"/>
                      <a:pt x="5460" y="288"/>
                    </a:cubicBezTo>
                    <a:close/>
                    <a:moveTo>
                      <a:pt x="7734" y="3907"/>
                    </a:moveTo>
                    <a:cubicBezTo>
                      <a:pt x="8404" y="3907"/>
                      <a:pt x="9083" y="4062"/>
                      <a:pt x="9568" y="4540"/>
                    </a:cubicBezTo>
                    <a:cubicBezTo>
                      <a:pt x="9849" y="4814"/>
                      <a:pt x="10037" y="5183"/>
                      <a:pt x="10030" y="5583"/>
                    </a:cubicBezTo>
                    <a:cubicBezTo>
                      <a:pt x="10023" y="5959"/>
                      <a:pt x="9846" y="6346"/>
                      <a:pt x="9510" y="6540"/>
                    </a:cubicBezTo>
                    <a:cubicBezTo>
                      <a:pt x="9299" y="6662"/>
                      <a:pt x="9058" y="6704"/>
                      <a:pt x="8814" y="6704"/>
                    </a:cubicBezTo>
                    <a:cubicBezTo>
                      <a:pt x="8602" y="6704"/>
                      <a:pt x="8388" y="6673"/>
                      <a:pt x="8189" y="6635"/>
                    </a:cubicBezTo>
                    <a:cubicBezTo>
                      <a:pt x="7767" y="6558"/>
                      <a:pt x="7353" y="6443"/>
                      <a:pt x="6951" y="6295"/>
                    </a:cubicBezTo>
                    <a:cubicBezTo>
                      <a:pt x="6097" y="5979"/>
                      <a:pt x="5305" y="5502"/>
                      <a:pt x="4619" y="4905"/>
                    </a:cubicBezTo>
                    <a:cubicBezTo>
                      <a:pt x="5336" y="4412"/>
                      <a:pt x="6155" y="4081"/>
                      <a:pt x="7017" y="3960"/>
                    </a:cubicBezTo>
                    <a:cubicBezTo>
                      <a:pt x="7248" y="3928"/>
                      <a:pt x="7491" y="3907"/>
                      <a:pt x="7734" y="3907"/>
                    </a:cubicBezTo>
                    <a:close/>
                    <a:moveTo>
                      <a:pt x="5469" y="0"/>
                    </a:moveTo>
                    <a:cubicBezTo>
                      <a:pt x="5397" y="0"/>
                      <a:pt x="5324" y="8"/>
                      <a:pt x="5250" y="23"/>
                    </a:cubicBezTo>
                    <a:cubicBezTo>
                      <a:pt x="4505" y="184"/>
                      <a:pt x="4225" y="1089"/>
                      <a:pt x="4073" y="1730"/>
                    </a:cubicBezTo>
                    <a:cubicBezTo>
                      <a:pt x="3947" y="2258"/>
                      <a:pt x="3896" y="2801"/>
                      <a:pt x="3916" y="3341"/>
                    </a:cubicBezTo>
                    <a:cubicBezTo>
                      <a:pt x="3725" y="2913"/>
                      <a:pt x="3506" y="2500"/>
                      <a:pt x="3255" y="2104"/>
                    </a:cubicBezTo>
                    <a:cubicBezTo>
                      <a:pt x="2835" y="1435"/>
                      <a:pt x="2284" y="559"/>
                      <a:pt x="1460" y="359"/>
                    </a:cubicBezTo>
                    <a:cubicBezTo>
                      <a:pt x="1361" y="335"/>
                      <a:pt x="1258" y="324"/>
                      <a:pt x="1156" y="324"/>
                    </a:cubicBezTo>
                    <a:cubicBezTo>
                      <a:pt x="573" y="324"/>
                      <a:pt x="1" y="702"/>
                      <a:pt x="22" y="1350"/>
                    </a:cubicBezTo>
                    <a:cubicBezTo>
                      <a:pt x="38" y="1780"/>
                      <a:pt x="287" y="2143"/>
                      <a:pt x="572" y="2448"/>
                    </a:cubicBezTo>
                    <a:cubicBezTo>
                      <a:pt x="878" y="2776"/>
                      <a:pt x="1213" y="3078"/>
                      <a:pt x="1560" y="3359"/>
                    </a:cubicBezTo>
                    <a:cubicBezTo>
                      <a:pt x="2350" y="4001"/>
                      <a:pt x="3223" y="4531"/>
                      <a:pt x="4156" y="4936"/>
                    </a:cubicBezTo>
                    <a:cubicBezTo>
                      <a:pt x="4174" y="4945"/>
                      <a:pt x="4192" y="4948"/>
                      <a:pt x="4210" y="4948"/>
                    </a:cubicBezTo>
                    <a:cubicBezTo>
                      <a:pt x="4219" y="4948"/>
                      <a:pt x="4227" y="4947"/>
                      <a:pt x="4235" y="4946"/>
                    </a:cubicBezTo>
                    <a:cubicBezTo>
                      <a:pt x="4955" y="5616"/>
                      <a:pt x="5791" y="6146"/>
                      <a:pt x="6706" y="6509"/>
                    </a:cubicBezTo>
                    <a:cubicBezTo>
                      <a:pt x="7170" y="6692"/>
                      <a:pt x="7651" y="6831"/>
                      <a:pt x="8141" y="6919"/>
                    </a:cubicBezTo>
                    <a:cubicBezTo>
                      <a:pt x="8359" y="6959"/>
                      <a:pt x="8585" y="6989"/>
                      <a:pt x="8809" y="6989"/>
                    </a:cubicBezTo>
                    <a:cubicBezTo>
                      <a:pt x="9065" y="6989"/>
                      <a:pt x="9318" y="6950"/>
                      <a:pt x="9554" y="6841"/>
                    </a:cubicBezTo>
                    <a:cubicBezTo>
                      <a:pt x="10355" y="6471"/>
                      <a:pt x="10505" y="5415"/>
                      <a:pt x="10072" y="4712"/>
                    </a:cubicBezTo>
                    <a:cubicBezTo>
                      <a:pt x="9578" y="3905"/>
                      <a:pt x="8621" y="3621"/>
                      <a:pt x="7720" y="3621"/>
                    </a:cubicBezTo>
                    <a:cubicBezTo>
                      <a:pt x="7677" y="3621"/>
                      <a:pt x="7633" y="3622"/>
                      <a:pt x="7590" y="3623"/>
                    </a:cubicBezTo>
                    <a:cubicBezTo>
                      <a:pt x="6914" y="3644"/>
                      <a:pt x="6245" y="3792"/>
                      <a:pt x="5618" y="4043"/>
                    </a:cubicBezTo>
                    <a:cubicBezTo>
                      <a:pt x="5798" y="3841"/>
                      <a:pt x="5970" y="3627"/>
                      <a:pt x="6114" y="3398"/>
                    </a:cubicBezTo>
                    <a:cubicBezTo>
                      <a:pt x="6523" y="2745"/>
                      <a:pt x="6863" y="1910"/>
                      <a:pt x="6710" y="1127"/>
                    </a:cubicBezTo>
                    <a:cubicBezTo>
                      <a:pt x="6595" y="542"/>
                      <a:pt x="6079" y="0"/>
                      <a:pt x="54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3" name="Google Shape;1403;p171"/>
            <p:cNvSpPr/>
            <p:nvPr/>
          </p:nvSpPr>
          <p:spPr>
            <a:xfrm flipH="1" rot="-7744375">
              <a:off x="7290555" y="4070251"/>
              <a:ext cx="281072" cy="308705"/>
            </a:xfrm>
            <a:custGeom>
              <a:rect b="b" l="l" r="r" t="t"/>
              <a:pathLst>
                <a:path extrusionOk="0" h="8383" w="7633">
                  <a:moveTo>
                    <a:pt x="6872" y="1"/>
                  </a:moveTo>
                  <a:cubicBezTo>
                    <a:pt x="6115" y="1"/>
                    <a:pt x="6113" y="1179"/>
                    <a:pt x="6872" y="1179"/>
                  </a:cubicBezTo>
                  <a:cubicBezTo>
                    <a:pt x="6873" y="1179"/>
                    <a:pt x="6873" y="1179"/>
                    <a:pt x="6874" y="1179"/>
                  </a:cubicBezTo>
                  <a:cubicBezTo>
                    <a:pt x="7631" y="1179"/>
                    <a:pt x="7632" y="1"/>
                    <a:pt x="6872" y="1"/>
                  </a:cubicBezTo>
                  <a:close/>
                  <a:moveTo>
                    <a:pt x="759" y="1966"/>
                  </a:moveTo>
                  <a:cubicBezTo>
                    <a:pt x="2" y="1966"/>
                    <a:pt x="0" y="3144"/>
                    <a:pt x="759" y="3144"/>
                  </a:cubicBezTo>
                  <a:cubicBezTo>
                    <a:pt x="1518" y="3144"/>
                    <a:pt x="1520" y="1966"/>
                    <a:pt x="759" y="1966"/>
                  </a:cubicBezTo>
                  <a:close/>
                  <a:moveTo>
                    <a:pt x="4034" y="3276"/>
                  </a:moveTo>
                  <a:cubicBezTo>
                    <a:pt x="3277" y="3276"/>
                    <a:pt x="3275" y="4454"/>
                    <a:pt x="4034" y="4454"/>
                  </a:cubicBezTo>
                  <a:cubicBezTo>
                    <a:pt x="4792" y="4454"/>
                    <a:pt x="4793" y="3276"/>
                    <a:pt x="4034" y="3276"/>
                  </a:cubicBezTo>
                  <a:close/>
                  <a:moveTo>
                    <a:pt x="979" y="7206"/>
                  </a:moveTo>
                  <a:cubicBezTo>
                    <a:pt x="221" y="7206"/>
                    <a:pt x="218" y="8382"/>
                    <a:pt x="979" y="8382"/>
                  </a:cubicBezTo>
                  <a:cubicBezTo>
                    <a:pt x="1736" y="8382"/>
                    <a:pt x="1738" y="7206"/>
                    <a:pt x="979" y="72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4" name="Google Shape;1404;p171"/>
            <p:cNvGrpSpPr/>
            <p:nvPr/>
          </p:nvGrpSpPr>
          <p:grpSpPr>
            <a:xfrm>
              <a:off x="8283633" y="2810337"/>
              <a:ext cx="470455" cy="451227"/>
              <a:chOff x="7136170" y="1522816"/>
              <a:chExt cx="713568" cy="684299"/>
            </a:xfrm>
          </p:grpSpPr>
          <p:sp>
            <p:nvSpPr>
              <p:cNvPr id="1405" name="Google Shape;1405;p171"/>
              <p:cNvSpPr/>
              <p:nvPr/>
            </p:nvSpPr>
            <p:spPr>
              <a:xfrm>
                <a:off x="7136170" y="1776850"/>
                <a:ext cx="202909" cy="430265"/>
              </a:xfrm>
              <a:custGeom>
                <a:rect b="b" l="l" r="r" t="t"/>
                <a:pathLst>
                  <a:path extrusionOk="0" h="10437" w="4922">
                    <a:moveTo>
                      <a:pt x="2351" y="7761"/>
                    </a:moveTo>
                    <a:cubicBezTo>
                      <a:pt x="2873" y="7761"/>
                      <a:pt x="3296" y="8184"/>
                      <a:pt x="3296" y="8707"/>
                    </a:cubicBezTo>
                    <a:cubicBezTo>
                      <a:pt x="3296" y="9228"/>
                      <a:pt x="2873" y="9650"/>
                      <a:pt x="2351" y="9650"/>
                    </a:cubicBezTo>
                    <a:cubicBezTo>
                      <a:pt x="1828" y="9650"/>
                      <a:pt x="1405" y="9228"/>
                      <a:pt x="1405" y="8707"/>
                    </a:cubicBezTo>
                    <a:cubicBezTo>
                      <a:pt x="1405" y="8184"/>
                      <a:pt x="1828" y="7761"/>
                      <a:pt x="2351" y="7761"/>
                    </a:cubicBezTo>
                    <a:close/>
                    <a:moveTo>
                      <a:pt x="0" y="1"/>
                    </a:moveTo>
                    <a:lnTo>
                      <a:pt x="0" y="10437"/>
                    </a:lnTo>
                    <a:lnTo>
                      <a:pt x="4921" y="10437"/>
                    </a:lnTo>
                    <a:lnTo>
                      <a:pt x="4921" y="1181"/>
                    </a:lnTo>
                    <a:lnTo>
                      <a:pt x="49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171"/>
              <p:cNvSpPr/>
              <p:nvPr/>
            </p:nvSpPr>
            <p:spPr>
              <a:xfrm>
                <a:off x="7194051" y="2096762"/>
                <a:ext cx="78039" cy="77915"/>
              </a:xfrm>
              <a:custGeom>
                <a:rect b="b" l="l" r="r" t="t"/>
                <a:pathLst>
                  <a:path extrusionOk="0" h="1890" w="1893">
                    <a:moveTo>
                      <a:pt x="947" y="1"/>
                    </a:moveTo>
                    <a:cubicBezTo>
                      <a:pt x="424" y="1"/>
                      <a:pt x="1" y="424"/>
                      <a:pt x="1" y="947"/>
                    </a:cubicBezTo>
                    <a:cubicBezTo>
                      <a:pt x="1" y="1468"/>
                      <a:pt x="424" y="1890"/>
                      <a:pt x="947" y="1890"/>
                    </a:cubicBezTo>
                    <a:cubicBezTo>
                      <a:pt x="1469" y="1890"/>
                      <a:pt x="1892" y="1468"/>
                      <a:pt x="1892" y="947"/>
                    </a:cubicBezTo>
                    <a:cubicBezTo>
                      <a:pt x="1892" y="424"/>
                      <a:pt x="1469" y="1"/>
                      <a:pt x="9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171"/>
              <p:cNvSpPr/>
              <p:nvPr/>
            </p:nvSpPr>
            <p:spPr>
              <a:xfrm>
                <a:off x="7339084" y="1522816"/>
                <a:ext cx="510654" cy="684294"/>
              </a:xfrm>
              <a:custGeom>
                <a:rect b="b" l="l" r="r" t="t"/>
                <a:pathLst>
                  <a:path extrusionOk="0" h="16599" w="12387">
                    <a:moveTo>
                      <a:pt x="6644" y="0"/>
                    </a:moveTo>
                    <a:cubicBezTo>
                      <a:pt x="6215" y="0"/>
                      <a:pt x="5821" y="346"/>
                      <a:pt x="5821" y="826"/>
                    </a:cubicBezTo>
                    <a:lnTo>
                      <a:pt x="5821" y="2211"/>
                    </a:lnTo>
                    <a:lnTo>
                      <a:pt x="5471" y="3905"/>
                    </a:lnTo>
                    <a:cubicBezTo>
                      <a:pt x="5194" y="5254"/>
                      <a:pt x="4289" y="6389"/>
                      <a:pt x="3035" y="6958"/>
                    </a:cubicBezTo>
                    <a:cubicBezTo>
                      <a:pt x="2476" y="7211"/>
                      <a:pt x="1869" y="7343"/>
                      <a:pt x="1255" y="7343"/>
                    </a:cubicBezTo>
                    <a:lnTo>
                      <a:pt x="1" y="7343"/>
                    </a:lnTo>
                    <a:lnTo>
                      <a:pt x="1" y="16599"/>
                    </a:lnTo>
                    <a:lnTo>
                      <a:pt x="8994" y="16599"/>
                    </a:lnTo>
                    <a:cubicBezTo>
                      <a:pt x="9361" y="16599"/>
                      <a:pt x="9696" y="16447"/>
                      <a:pt x="9937" y="16207"/>
                    </a:cubicBezTo>
                    <a:cubicBezTo>
                      <a:pt x="10177" y="15966"/>
                      <a:pt x="10329" y="15630"/>
                      <a:pt x="10329" y="15264"/>
                    </a:cubicBezTo>
                    <a:cubicBezTo>
                      <a:pt x="10329" y="14530"/>
                      <a:pt x="9727" y="13928"/>
                      <a:pt x="8994" y="13928"/>
                    </a:cubicBezTo>
                    <a:lnTo>
                      <a:pt x="10031" y="13928"/>
                    </a:lnTo>
                    <a:cubicBezTo>
                      <a:pt x="10399" y="13928"/>
                      <a:pt x="10731" y="13781"/>
                      <a:pt x="10974" y="13536"/>
                    </a:cubicBezTo>
                    <a:cubicBezTo>
                      <a:pt x="11214" y="13296"/>
                      <a:pt x="11363" y="12964"/>
                      <a:pt x="11363" y="12597"/>
                    </a:cubicBezTo>
                    <a:cubicBezTo>
                      <a:pt x="11363" y="12031"/>
                      <a:pt x="11009" y="11543"/>
                      <a:pt x="10509" y="11351"/>
                    </a:cubicBezTo>
                    <a:cubicBezTo>
                      <a:pt x="10832" y="11325"/>
                      <a:pt x="11126" y="11183"/>
                      <a:pt x="11341" y="10968"/>
                    </a:cubicBezTo>
                    <a:cubicBezTo>
                      <a:pt x="11584" y="10724"/>
                      <a:pt x="11733" y="10392"/>
                      <a:pt x="11733" y="10025"/>
                    </a:cubicBezTo>
                    <a:cubicBezTo>
                      <a:pt x="11733" y="9291"/>
                      <a:pt x="11136" y="8690"/>
                      <a:pt x="10402" y="8690"/>
                    </a:cubicBezTo>
                    <a:lnTo>
                      <a:pt x="11025" y="8690"/>
                    </a:lnTo>
                    <a:cubicBezTo>
                      <a:pt x="11392" y="8690"/>
                      <a:pt x="11723" y="8539"/>
                      <a:pt x="11968" y="8298"/>
                    </a:cubicBezTo>
                    <a:cubicBezTo>
                      <a:pt x="12196" y="8070"/>
                      <a:pt x="12342" y="7756"/>
                      <a:pt x="12356" y="7411"/>
                    </a:cubicBezTo>
                    <a:cubicBezTo>
                      <a:pt x="12387" y="6649"/>
                      <a:pt x="11715" y="6023"/>
                      <a:pt x="10952" y="6023"/>
                    </a:cubicBezTo>
                    <a:lnTo>
                      <a:pt x="8693" y="6023"/>
                    </a:lnTo>
                    <a:lnTo>
                      <a:pt x="8693" y="2712"/>
                    </a:lnTo>
                    <a:cubicBezTo>
                      <a:pt x="8517" y="1260"/>
                      <a:pt x="7744" y="499"/>
                      <a:pt x="7046" y="107"/>
                    </a:cubicBezTo>
                    <a:cubicBezTo>
                      <a:pt x="6915" y="34"/>
                      <a:pt x="6778" y="0"/>
                      <a:pt x="66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2" name="Google Shape;1412;p172" title="downloa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6225" y="1310350"/>
            <a:ext cx="5602526" cy="2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17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72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rPr>
              <a:t>Top Frequent Itemsets by Support</a:t>
            </a:r>
            <a:endParaRPr b="1" sz="2400">
              <a:solidFill>
                <a:srgbClr val="F8FAFC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grpSp>
        <p:nvGrpSpPr>
          <p:cNvPr id="1415" name="Google Shape;1415;p172"/>
          <p:cNvGrpSpPr/>
          <p:nvPr/>
        </p:nvGrpSpPr>
        <p:grpSpPr>
          <a:xfrm>
            <a:off x="63200" y="1071275"/>
            <a:ext cx="3238500" cy="1571700"/>
            <a:chOff x="381000" y="1047750"/>
            <a:chExt cx="3238500" cy="1571700"/>
          </a:xfrm>
        </p:grpSpPr>
        <p:sp>
          <p:nvSpPr>
            <p:cNvPr id="1416" name="Google Shape;1416;p172"/>
            <p:cNvSpPr/>
            <p:nvPr/>
          </p:nvSpPr>
          <p:spPr>
            <a:xfrm>
              <a:off x="381000" y="1047750"/>
              <a:ext cx="3238500" cy="1571700"/>
            </a:xfrm>
            <a:prstGeom prst="roundRect">
              <a:avLst>
                <a:gd fmla="val 4848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72"/>
            <p:cNvSpPr txBox="1"/>
            <p:nvPr/>
          </p:nvSpPr>
          <p:spPr>
            <a:xfrm>
              <a:off x="571500" y="1143000"/>
              <a:ext cx="2857500" cy="13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Leading Itemsets</a:t>
              </a:r>
              <a:endParaRPr b="1" sz="1300">
                <a:solidFill>
                  <a:srgbClr val="2563E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chart shows that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Intimates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and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Jeans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are the most frequent, each with nearly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10% support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.</a:t>
              </a:r>
              <a:endParaRPr sz="11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Other popular categories (&gt;8%) include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Fashion Hoodies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,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Tops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,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Sleepwear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,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Swim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, and </a:t>
              </a:r>
              <a:r>
                <a:rPr b="0" lang="en" sz="1100">
                  <a:solidFill>
                    <a:srgbClr val="1E293B"/>
                  </a:solidFill>
                  <a:latin typeface="Be Vietnam Pro Thin"/>
                  <a:ea typeface="Be Vietnam Pro Thin"/>
                  <a:cs typeface="Be Vietnam Pro Thin"/>
                  <a:sym typeface="Be Vietnam Pro Thin"/>
                </a:rPr>
                <a:t>Shorts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.</a:t>
              </a:r>
              <a:endParaRPr sz="11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418" name="Google Shape;1418;p172"/>
          <p:cNvGrpSpPr/>
          <p:nvPr/>
        </p:nvGrpSpPr>
        <p:grpSpPr>
          <a:xfrm>
            <a:off x="63200" y="2833400"/>
            <a:ext cx="3238500" cy="1571700"/>
            <a:chOff x="381000" y="2809875"/>
            <a:chExt cx="3238500" cy="1571700"/>
          </a:xfrm>
        </p:grpSpPr>
        <p:sp>
          <p:nvSpPr>
            <p:cNvPr id="1419" name="Google Shape;1419;p172"/>
            <p:cNvSpPr/>
            <p:nvPr/>
          </p:nvSpPr>
          <p:spPr>
            <a:xfrm>
              <a:off x="381000" y="2809875"/>
              <a:ext cx="3238500" cy="1571700"/>
            </a:xfrm>
            <a:prstGeom prst="roundRect">
              <a:avLst>
                <a:gd fmla="val 4848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72"/>
            <p:cNvSpPr txBox="1"/>
            <p:nvPr/>
          </p:nvSpPr>
          <p:spPr>
            <a:xfrm>
              <a:off x="571500" y="2905125"/>
              <a:ext cx="2857500" cy="13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369A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Support Distribution</a:t>
              </a:r>
              <a:endParaRPr b="1" sz="1300">
                <a:solidFill>
                  <a:srgbClr val="0369A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Distribution is relatively even among top categories.</a:t>
              </a:r>
              <a:endParaRPr sz="11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Outerwear &amp; Coats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represents the lower end of the top 10 list at approximately </a:t>
              </a:r>
              <a:r>
                <a:rPr b="1"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7% support</a:t>
              </a:r>
              <a:r>
                <a:rPr lang="en" sz="11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.</a:t>
              </a:r>
              <a:endParaRPr sz="11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5" name="Google Shape;1425;p173" title="download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275" y="1308575"/>
            <a:ext cx="5486325" cy="29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17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173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rPr>
              <a:t>Top 10 Association Rules by Lift</a:t>
            </a:r>
            <a:endParaRPr b="1" sz="2400">
              <a:solidFill>
                <a:srgbClr val="F8FAFC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grpSp>
        <p:nvGrpSpPr>
          <p:cNvPr id="1428" name="Google Shape;1428;p173"/>
          <p:cNvGrpSpPr/>
          <p:nvPr/>
        </p:nvGrpSpPr>
        <p:grpSpPr>
          <a:xfrm>
            <a:off x="157375" y="1000675"/>
            <a:ext cx="2857500" cy="3714900"/>
            <a:chOff x="381000" y="1047750"/>
            <a:chExt cx="2857500" cy="3714900"/>
          </a:xfrm>
        </p:grpSpPr>
        <p:sp>
          <p:nvSpPr>
            <p:cNvPr id="1429" name="Google Shape;1429;p173"/>
            <p:cNvSpPr/>
            <p:nvPr/>
          </p:nvSpPr>
          <p:spPr>
            <a:xfrm>
              <a:off x="381000" y="1047750"/>
              <a:ext cx="2857500" cy="3714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73"/>
            <p:cNvSpPr txBox="1"/>
            <p:nvPr/>
          </p:nvSpPr>
          <p:spPr>
            <a:xfrm>
              <a:off x="571500" y="1238250"/>
              <a:ext cx="24765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Key Insights</a:t>
              </a:r>
              <a:endParaRPr b="1" sz="14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366F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[Lingerie] → [Intimates]</a:t>
              </a:r>
              <a:r>
                <a:rPr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shows the highest lift, suggesting a very strong association between these categories.</a:t>
              </a:r>
              <a:endParaRPr sz="11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Items like </a:t>
              </a:r>
              <a:r>
                <a:rPr b="1"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Socks &amp; Hosiery</a:t>
              </a:r>
              <a:r>
                <a:rPr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and </a:t>
              </a:r>
              <a:r>
                <a:rPr b="1"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Suits</a:t>
              </a:r>
              <a:r>
                <a:rPr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are also frequently bought together with Intimates.</a:t>
              </a:r>
              <a:endParaRPr sz="11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The lift values range from approximately 1.1 to 1.3, indicating positive correlation across the top 10 rules.</a:t>
              </a:r>
              <a:endParaRPr sz="11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7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74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rPr>
              <a:t>STRATEGIC ACTION PLAN: THE LOOK ECOMMERCE</a:t>
            </a:r>
            <a:endParaRPr b="1" sz="2000">
              <a:solidFill>
                <a:srgbClr val="F8FAFC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  <p:grpSp>
        <p:nvGrpSpPr>
          <p:cNvPr id="1437" name="Google Shape;1437;p174"/>
          <p:cNvGrpSpPr/>
          <p:nvPr/>
        </p:nvGrpSpPr>
        <p:grpSpPr>
          <a:xfrm>
            <a:off x="381000" y="952500"/>
            <a:ext cx="8382000" cy="476400"/>
            <a:chOff x="381000" y="952500"/>
            <a:chExt cx="8382000" cy="476400"/>
          </a:xfrm>
        </p:grpSpPr>
        <p:sp>
          <p:nvSpPr>
            <p:cNvPr id="1438" name="Google Shape;1438;p174"/>
            <p:cNvSpPr/>
            <p:nvPr/>
          </p:nvSpPr>
          <p:spPr>
            <a:xfrm>
              <a:off x="381000" y="952500"/>
              <a:ext cx="8382000" cy="476400"/>
            </a:xfrm>
            <a:prstGeom prst="roundRect">
              <a:avLst>
                <a:gd fmla="val 16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74"/>
            <p:cNvSpPr txBox="1"/>
            <p:nvPr/>
          </p:nvSpPr>
          <p:spPr>
            <a:xfrm>
              <a:off x="571500" y="95250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Objective:</a:t>
              </a:r>
              <a:r>
                <a:rPr lang="en" sz="12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 Plugging conversion leaks and pivoting from aggressive acquisition to sustainable retention.</a:t>
              </a:r>
              <a:endParaRPr sz="12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440" name="Google Shape;1440;p174"/>
          <p:cNvGrpSpPr/>
          <p:nvPr/>
        </p:nvGrpSpPr>
        <p:grpSpPr>
          <a:xfrm>
            <a:off x="381000" y="1619250"/>
            <a:ext cx="2667000" cy="3238500"/>
            <a:chOff x="381000" y="1619250"/>
            <a:chExt cx="2667000" cy="3238500"/>
          </a:xfrm>
        </p:grpSpPr>
        <p:sp>
          <p:nvSpPr>
            <p:cNvPr id="1441" name="Google Shape;1441;p174"/>
            <p:cNvSpPr/>
            <p:nvPr/>
          </p:nvSpPr>
          <p:spPr>
            <a:xfrm>
              <a:off x="381000" y="161925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74"/>
            <p:cNvSpPr txBox="1"/>
            <p:nvPr/>
          </p:nvSpPr>
          <p:spPr>
            <a:xfrm>
              <a:off x="523875" y="176212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PRIORITY 1: PLUGGING THE "LEAKY BUCKET"</a:t>
              </a:r>
              <a:endParaRPr b="1" sz="1100">
                <a:solidFill>
                  <a:srgbClr val="2563E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Goal: Recover lost revenue and minimize operational deficit.</a:t>
              </a:r>
              <a:endParaRPr i="1" sz="9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1. Checkout Friction</a:t>
              </a:r>
              <a:endParaRPr b="1" sz="10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Guest Checkout: Salvage 60% drop-off.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Transparent Cost Breakdown.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Abandoned Cart Recovery.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2. Supply Chain Audit</a:t>
              </a:r>
              <a:endParaRPr b="1" sz="10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Rationalize Intimates/Jeans suppliers.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Enhanced Size &amp; Fit Tools.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443" name="Google Shape;1443;p174"/>
          <p:cNvGrpSpPr/>
          <p:nvPr/>
        </p:nvGrpSpPr>
        <p:grpSpPr>
          <a:xfrm>
            <a:off x="3238500" y="1619250"/>
            <a:ext cx="2667000" cy="3238500"/>
            <a:chOff x="3238500" y="1619250"/>
            <a:chExt cx="2667000" cy="3238500"/>
          </a:xfrm>
        </p:grpSpPr>
        <p:sp>
          <p:nvSpPr>
            <p:cNvPr id="1444" name="Google Shape;1444;p174"/>
            <p:cNvSpPr/>
            <p:nvPr/>
          </p:nvSpPr>
          <p:spPr>
            <a:xfrm>
              <a:off x="3238500" y="161925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74"/>
            <p:cNvSpPr txBox="1"/>
            <p:nvPr/>
          </p:nvSpPr>
          <p:spPr>
            <a:xfrm>
              <a:off x="3381375" y="176212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369A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PRIORITY 2: MAXIMIZING REVENUE PER USER</a:t>
              </a:r>
              <a:endParaRPr b="1" sz="1100">
                <a:solidFill>
                  <a:srgbClr val="0369A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Goal: Increase AOV through data-driven cross-selling.</a:t>
              </a:r>
              <a:endParaRPr i="1" sz="9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3. Cross-selling Strategy</a:t>
              </a:r>
              <a:endParaRPr b="1" sz="10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Recommendation Engine Integration: "Frequently Bought Together" widget.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Strategic "Super Bundles": Targeted to increase the $84.88 AOV baseline.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446" name="Google Shape;1446;p174"/>
          <p:cNvGrpSpPr/>
          <p:nvPr/>
        </p:nvGrpSpPr>
        <p:grpSpPr>
          <a:xfrm>
            <a:off x="6096000" y="1619250"/>
            <a:ext cx="2667000" cy="3238500"/>
            <a:chOff x="6096000" y="1619250"/>
            <a:chExt cx="2667000" cy="3238500"/>
          </a:xfrm>
        </p:grpSpPr>
        <p:sp>
          <p:nvSpPr>
            <p:cNvPr id="1447" name="Google Shape;1447;p174"/>
            <p:cNvSpPr/>
            <p:nvPr/>
          </p:nvSpPr>
          <p:spPr>
            <a:xfrm>
              <a:off x="6096000" y="161925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74"/>
            <p:cNvSpPr txBox="1"/>
            <p:nvPr/>
          </p:nvSpPr>
          <p:spPr>
            <a:xfrm>
              <a:off x="6238875" y="176212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F46E5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PRIORITY 3: PIVOT TO RETENTION</a:t>
              </a:r>
              <a:endParaRPr b="1" sz="1100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64748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Goal: Address 2%-5% Retention Rate bottleneck.</a:t>
              </a:r>
              <a:endParaRPr i="1" sz="900">
                <a:solidFill>
                  <a:srgbClr val="64748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4. Marketing Re-allocation</a:t>
              </a:r>
              <a:endParaRPr b="1" sz="10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20-30% budget shift to Win-back.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Launch Tiered Loyalty Program.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5. Intelligent Inventory</a:t>
              </a:r>
              <a:endParaRPr b="1" sz="1000">
                <a:solidFill>
                  <a:srgbClr val="1E293B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Maintain Jeans Safety Stock.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Be Vietnam Pro"/>
                <a:buChar char="●"/>
              </a:pPr>
              <a:r>
                <a:rPr lang="en" sz="900">
                  <a:solidFill>
                    <a:srgbClr val="475569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Seasonal Hedging: Outerwear/Swim.</a:t>
              </a:r>
              <a:endParaRPr sz="900">
                <a:solidFill>
                  <a:srgbClr val="475569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75"/>
          <p:cNvSpPr/>
          <p:nvPr/>
        </p:nvSpPr>
        <p:spPr>
          <a:xfrm>
            <a:off x="63725" y="0"/>
            <a:ext cx="9144000" cy="5143500"/>
          </a:xfrm>
          <a:prstGeom prst="rect">
            <a:avLst/>
          </a:prstGeom>
          <a:solidFill>
            <a:srgbClr val="1E293B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75"/>
          <p:cNvSpPr txBox="1"/>
          <p:nvPr/>
        </p:nvSpPr>
        <p:spPr>
          <a:xfrm>
            <a:off x="762000" y="1714500"/>
            <a:ext cx="762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8FAFC"/>
                </a:solidFill>
                <a:latin typeface="Martel"/>
                <a:ea typeface="Martel"/>
                <a:cs typeface="Martel"/>
                <a:sym typeface="Martel"/>
              </a:rPr>
              <a:t>THANK YOU!</a:t>
            </a:r>
            <a:endParaRPr b="1" sz="6000">
              <a:solidFill>
                <a:srgbClr val="F8FAFC"/>
              </a:solidFill>
              <a:latin typeface="Martel"/>
              <a:ea typeface="Martel"/>
              <a:cs typeface="Martel"/>
              <a:sym typeface="Martel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FOR WATCHING </a:t>
            </a:r>
            <a:r>
              <a:rPr lang="en" sz="18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MY</a:t>
            </a:r>
            <a:r>
              <a:rPr b="0" lang="en" sz="18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PRESENTATION</a:t>
            </a:r>
            <a:endParaRPr b="0" sz="18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455" name="Google Shape;1455;p175"/>
          <p:cNvSpPr/>
          <p:nvPr/>
        </p:nvSpPr>
        <p:spPr>
          <a:xfrm>
            <a:off x="4000500" y="3619500"/>
            <a:ext cx="1143000" cy="381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commerce Store Company Profile by Slidesgo">
  <a:themeElements>
    <a:clrScheme name="Simple Light">
      <a:dk1>
        <a:srgbClr val="687F96"/>
      </a:dk1>
      <a:lt1>
        <a:srgbClr val="AEC6CF"/>
      </a:lt1>
      <a:dk2>
        <a:srgbClr val="FEB7C0"/>
      </a:dk2>
      <a:lt2>
        <a:srgbClr val="C1272D"/>
      </a:lt2>
      <a:accent1>
        <a:srgbClr val="F15A24"/>
      </a:accent1>
      <a:accent2>
        <a:srgbClr val="F7931E"/>
      </a:accent2>
      <a:accent3>
        <a:srgbClr val="FFFFFF"/>
      </a:accent3>
      <a:accent4>
        <a:srgbClr val="434343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commerce Store Company Profile by Slidesgo">
  <a:themeElements>
    <a:clrScheme name="Simple Light">
      <a:dk1>
        <a:srgbClr val="687F96"/>
      </a:dk1>
      <a:lt1>
        <a:srgbClr val="AEC6CF"/>
      </a:lt1>
      <a:dk2>
        <a:srgbClr val="FEB7C0"/>
      </a:dk2>
      <a:lt2>
        <a:srgbClr val="C1272D"/>
      </a:lt2>
      <a:accent1>
        <a:srgbClr val="F15A24"/>
      </a:accent1>
      <a:accent2>
        <a:srgbClr val="F7931E"/>
      </a:accent2>
      <a:accent3>
        <a:srgbClr val="FFFFFF"/>
      </a:accent3>
      <a:accent4>
        <a:srgbClr val="434343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Ecommerce Store Company Profile by Slidesgo">
  <a:themeElements>
    <a:clrScheme name="Simple Light">
      <a:dk1>
        <a:srgbClr val="687F96"/>
      </a:dk1>
      <a:lt1>
        <a:srgbClr val="AEC6CF"/>
      </a:lt1>
      <a:dk2>
        <a:srgbClr val="FEB7C0"/>
      </a:dk2>
      <a:lt2>
        <a:srgbClr val="C1272D"/>
      </a:lt2>
      <a:accent1>
        <a:srgbClr val="F15A24"/>
      </a:accent1>
      <a:accent2>
        <a:srgbClr val="F7931E"/>
      </a:accent2>
      <a:accent3>
        <a:srgbClr val="FFFFFF"/>
      </a:accent3>
      <a:accent4>
        <a:srgbClr val="434343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Ecommerce Store Company Profile by Slidesgo">
  <a:themeElements>
    <a:clrScheme name="Simple Light">
      <a:dk1>
        <a:srgbClr val="687F96"/>
      </a:dk1>
      <a:lt1>
        <a:srgbClr val="AEC6CF"/>
      </a:lt1>
      <a:dk2>
        <a:srgbClr val="FEB7C0"/>
      </a:dk2>
      <a:lt2>
        <a:srgbClr val="C1272D"/>
      </a:lt2>
      <a:accent1>
        <a:srgbClr val="F15A24"/>
      </a:accent1>
      <a:accent2>
        <a:srgbClr val="F7931E"/>
      </a:accent2>
      <a:accent3>
        <a:srgbClr val="FFFFFF"/>
      </a:accent3>
      <a:accent4>
        <a:srgbClr val="434343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